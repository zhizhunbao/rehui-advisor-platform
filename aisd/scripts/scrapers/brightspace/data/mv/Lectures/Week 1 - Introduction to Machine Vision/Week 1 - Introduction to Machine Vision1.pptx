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9"/>
  </p:notesMasterIdLst>
  <p:sldIdLst>
    <p:sldId id="256" r:id="rId2"/>
    <p:sldId id="274" r:id="rId3"/>
    <p:sldId id="257" r:id="rId4"/>
    <p:sldId id="258" r:id="rId5"/>
    <p:sldId id="259" r:id="rId6"/>
    <p:sldId id="260" r:id="rId7"/>
    <p:sldId id="261" r:id="rId8"/>
    <p:sldId id="262" r:id="rId9"/>
    <p:sldId id="263" r:id="rId10"/>
    <p:sldId id="264" r:id="rId11"/>
    <p:sldId id="272" r:id="rId12"/>
    <p:sldId id="265" r:id="rId13"/>
    <p:sldId id="266" r:id="rId14"/>
    <p:sldId id="268" r:id="rId15"/>
    <p:sldId id="269" r:id="rId16"/>
    <p:sldId id="270" r:id="rId17"/>
    <p:sldId id="271" r:id="rId18"/>
  </p:sldIdLst>
  <p:sldSz cx="12192000" cy="6858000"/>
  <p:notesSz cx="6858000" cy="9144000"/>
  <p:defaultTextStyle>
    <a:defPPr>
      <a:defRPr lang="en-US"/>
    </a:defPPr>
    <a:lvl1pPr marL="0" algn="l" defTabSz="781583" rtl="0" eaLnBrk="1" latinLnBrk="0" hangingPunct="1">
      <a:defRPr sz="3100" kern="1200">
        <a:solidFill>
          <a:schemeClr val="tx1"/>
        </a:solidFill>
        <a:latin typeface="+mn-lt"/>
        <a:ea typeface="+mn-ea"/>
        <a:cs typeface="+mn-cs"/>
      </a:defRPr>
    </a:lvl1pPr>
    <a:lvl2pPr marL="781583" algn="l" defTabSz="781583" rtl="0" eaLnBrk="1" latinLnBrk="0" hangingPunct="1">
      <a:defRPr sz="3100" kern="1200">
        <a:solidFill>
          <a:schemeClr val="tx1"/>
        </a:solidFill>
        <a:latin typeface="+mn-lt"/>
        <a:ea typeface="+mn-ea"/>
        <a:cs typeface="+mn-cs"/>
      </a:defRPr>
    </a:lvl2pPr>
    <a:lvl3pPr marL="1563167" algn="l" defTabSz="781583" rtl="0" eaLnBrk="1" latinLnBrk="0" hangingPunct="1">
      <a:defRPr sz="3100" kern="1200">
        <a:solidFill>
          <a:schemeClr val="tx1"/>
        </a:solidFill>
        <a:latin typeface="+mn-lt"/>
        <a:ea typeface="+mn-ea"/>
        <a:cs typeface="+mn-cs"/>
      </a:defRPr>
    </a:lvl3pPr>
    <a:lvl4pPr marL="2344750" algn="l" defTabSz="781583" rtl="0" eaLnBrk="1" latinLnBrk="0" hangingPunct="1">
      <a:defRPr sz="3100" kern="1200">
        <a:solidFill>
          <a:schemeClr val="tx1"/>
        </a:solidFill>
        <a:latin typeface="+mn-lt"/>
        <a:ea typeface="+mn-ea"/>
        <a:cs typeface="+mn-cs"/>
      </a:defRPr>
    </a:lvl4pPr>
    <a:lvl5pPr marL="3126334" algn="l" defTabSz="781583" rtl="0" eaLnBrk="1" latinLnBrk="0" hangingPunct="1">
      <a:defRPr sz="3100" kern="1200">
        <a:solidFill>
          <a:schemeClr val="tx1"/>
        </a:solidFill>
        <a:latin typeface="+mn-lt"/>
        <a:ea typeface="+mn-ea"/>
        <a:cs typeface="+mn-cs"/>
      </a:defRPr>
    </a:lvl5pPr>
    <a:lvl6pPr marL="3907917" algn="l" defTabSz="781583" rtl="0" eaLnBrk="1" latinLnBrk="0" hangingPunct="1">
      <a:defRPr sz="3100" kern="1200">
        <a:solidFill>
          <a:schemeClr val="tx1"/>
        </a:solidFill>
        <a:latin typeface="+mn-lt"/>
        <a:ea typeface="+mn-ea"/>
        <a:cs typeface="+mn-cs"/>
      </a:defRPr>
    </a:lvl6pPr>
    <a:lvl7pPr marL="4689500" algn="l" defTabSz="781583" rtl="0" eaLnBrk="1" latinLnBrk="0" hangingPunct="1">
      <a:defRPr sz="3100" kern="1200">
        <a:solidFill>
          <a:schemeClr val="tx1"/>
        </a:solidFill>
        <a:latin typeface="+mn-lt"/>
        <a:ea typeface="+mn-ea"/>
        <a:cs typeface="+mn-cs"/>
      </a:defRPr>
    </a:lvl7pPr>
    <a:lvl8pPr marL="5471084" algn="l" defTabSz="781583" rtl="0" eaLnBrk="1" latinLnBrk="0" hangingPunct="1">
      <a:defRPr sz="3100" kern="1200">
        <a:solidFill>
          <a:schemeClr val="tx1"/>
        </a:solidFill>
        <a:latin typeface="+mn-lt"/>
        <a:ea typeface="+mn-ea"/>
        <a:cs typeface="+mn-cs"/>
      </a:defRPr>
    </a:lvl8pPr>
    <a:lvl9pPr marL="6252667" algn="l" defTabSz="781583" rtl="0" eaLnBrk="1" latinLnBrk="0" hangingPunct="1">
      <a:defRPr sz="31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AB5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627"/>
    <p:restoredTop sz="94615"/>
  </p:normalViewPr>
  <p:slideViewPr>
    <p:cSldViewPr snapToGrid="0">
      <p:cViewPr varScale="1">
        <p:scale>
          <a:sx n="129" d="100"/>
          <a:sy n="129" d="100"/>
        </p:scale>
        <p:origin x="480" y="192"/>
      </p:cViewPr>
      <p:guideLst/>
    </p:cSldViewPr>
  </p:slideViewPr>
  <p:outlineViewPr>
    <p:cViewPr>
      <p:scale>
        <a:sx n="33" d="100"/>
        <a:sy n="33" d="100"/>
      </p:scale>
      <p:origin x="-64"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1745C6-DAD2-E14A-AB4C-9A0A73FB3DD8}" type="datetimeFigureOut">
              <a:rPr lang="en-CZ" smtClean="0"/>
              <a:t>14.01.2026</a:t>
            </a:fld>
            <a:endParaRPr lang="en-C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9CC28B-BCA5-844B-AA4D-DD29FAB2E74F}" type="slidenum">
              <a:rPr lang="en-CZ" smtClean="0"/>
              <a:t>‹#›</a:t>
            </a:fld>
            <a:endParaRPr lang="en-CZ"/>
          </a:p>
        </p:txBody>
      </p:sp>
    </p:spTree>
    <p:extLst>
      <p:ext uri="{BB962C8B-B14F-4D97-AF65-F5344CB8AC3E}">
        <p14:creationId xmlns:p14="http://schemas.microsoft.com/office/powerpoint/2010/main" val="32163898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Z" dirty="0"/>
          </a:p>
        </p:txBody>
      </p:sp>
      <p:sp>
        <p:nvSpPr>
          <p:cNvPr id="4" name="Slide Number Placeholder 3"/>
          <p:cNvSpPr>
            <a:spLocks noGrp="1"/>
          </p:cNvSpPr>
          <p:nvPr>
            <p:ph type="sldNum" sz="quarter" idx="5"/>
          </p:nvPr>
        </p:nvSpPr>
        <p:spPr/>
        <p:txBody>
          <a:bodyPr/>
          <a:lstStyle/>
          <a:p>
            <a:fld id="{969CC28B-BCA5-844B-AA4D-DD29FAB2E74F}" type="slidenum">
              <a:rPr lang="en-CZ" smtClean="0"/>
              <a:t>1</a:t>
            </a:fld>
            <a:endParaRPr lang="en-CZ"/>
          </a:p>
        </p:txBody>
      </p:sp>
    </p:spTree>
    <p:extLst>
      <p:ext uri="{BB962C8B-B14F-4D97-AF65-F5344CB8AC3E}">
        <p14:creationId xmlns:p14="http://schemas.microsoft.com/office/powerpoint/2010/main" val="252678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Z"/>
          </a:p>
        </p:txBody>
      </p:sp>
      <p:sp>
        <p:nvSpPr>
          <p:cNvPr id="4" name="Slide Number Placeholder 3"/>
          <p:cNvSpPr>
            <a:spLocks noGrp="1"/>
          </p:cNvSpPr>
          <p:nvPr>
            <p:ph type="sldNum" sz="quarter" idx="5"/>
          </p:nvPr>
        </p:nvSpPr>
        <p:spPr/>
        <p:txBody>
          <a:bodyPr/>
          <a:lstStyle/>
          <a:p>
            <a:fld id="{969CC28B-BCA5-844B-AA4D-DD29FAB2E74F}" type="slidenum">
              <a:rPr lang="en-CZ" smtClean="0"/>
              <a:t>4</a:t>
            </a:fld>
            <a:endParaRPr lang="en-CZ"/>
          </a:p>
        </p:txBody>
      </p:sp>
    </p:spTree>
    <p:extLst>
      <p:ext uri="{BB962C8B-B14F-4D97-AF65-F5344CB8AC3E}">
        <p14:creationId xmlns:p14="http://schemas.microsoft.com/office/powerpoint/2010/main" val="37684884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Z" dirty="0"/>
          </a:p>
        </p:txBody>
      </p:sp>
      <p:sp>
        <p:nvSpPr>
          <p:cNvPr id="4" name="Slide Number Placeholder 3"/>
          <p:cNvSpPr>
            <a:spLocks noGrp="1"/>
          </p:cNvSpPr>
          <p:nvPr>
            <p:ph type="sldNum" sz="quarter" idx="5"/>
          </p:nvPr>
        </p:nvSpPr>
        <p:spPr/>
        <p:txBody>
          <a:bodyPr/>
          <a:lstStyle/>
          <a:p>
            <a:fld id="{969CC28B-BCA5-844B-AA4D-DD29FAB2E74F}" type="slidenum">
              <a:rPr lang="en-CZ" smtClean="0"/>
              <a:t>5</a:t>
            </a:fld>
            <a:endParaRPr lang="en-CZ"/>
          </a:p>
        </p:txBody>
      </p:sp>
    </p:spTree>
    <p:extLst>
      <p:ext uri="{BB962C8B-B14F-4D97-AF65-F5344CB8AC3E}">
        <p14:creationId xmlns:p14="http://schemas.microsoft.com/office/powerpoint/2010/main" val="18923594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12" name="Picture 11" descr="swoosh-85.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511984"/>
            <a:ext cx="12192000" cy="1304320"/>
          </a:xfrm>
          <a:prstGeom prst="rect">
            <a:avLst/>
          </a:prstGeom>
        </p:spPr>
      </p:pic>
      <p:sp>
        <p:nvSpPr>
          <p:cNvPr id="2" name="Title 1"/>
          <p:cNvSpPr>
            <a:spLocks noGrp="1"/>
          </p:cNvSpPr>
          <p:nvPr>
            <p:ph type="ctrTitle" hasCustomPrompt="1"/>
          </p:nvPr>
        </p:nvSpPr>
        <p:spPr>
          <a:xfrm>
            <a:off x="609602" y="1287430"/>
            <a:ext cx="7250674" cy="1635518"/>
          </a:xfrm>
        </p:spPr>
        <p:txBody>
          <a:bodyPr anchor="b"/>
          <a:lstStyle>
            <a:lvl1pPr>
              <a:defRPr>
                <a:solidFill>
                  <a:schemeClr val="bg1"/>
                </a:solidFill>
              </a:defRPr>
            </a:lvl1pPr>
          </a:lstStyle>
          <a:p>
            <a:r>
              <a:rPr lang="en-CA" dirty="0"/>
              <a:t>This is your presentation title</a:t>
            </a:r>
            <a:endParaRPr lang="en-US" dirty="0"/>
          </a:p>
        </p:txBody>
      </p:sp>
      <p:sp>
        <p:nvSpPr>
          <p:cNvPr id="3" name="Subtitle 2"/>
          <p:cNvSpPr>
            <a:spLocks noGrp="1"/>
          </p:cNvSpPr>
          <p:nvPr>
            <p:ph type="subTitle" idx="1" hasCustomPrompt="1"/>
          </p:nvPr>
        </p:nvSpPr>
        <p:spPr>
          <a:xfrm>
            <a:off x="609602" y="3024545"/>
            <a:ext cx="9117331" cy="1752600"/>
          </a:xfrm>
        </p:spPr>
        <p:txBody>
          <a:bodyPr lIns="0" tIns="0" rIns="0" bIns="0">
            <a:noAutofit/>
          </a:bodyPr>
          <a:lstStyle>
            <a:lvl1pPr marL="0" indent="0" algn="l">
              <a:lnSpc>
                <a:spcPct val="100000"/>
              </a:lnSpc>
              <a:buNone/>
              <a:defRPr sz="3600" baseline="0">
                <a:solidFill>
                  <a:schemeClr val="accent3"/>
                </a:solidFill>
              </a:defRPr>
            </a:lvl1pPr>
            <a:lvl2pPr marL="586109" indent="0" algn="ctr">
              <a:buNone/>
              <a:defRPr>
                <a:solidFill>
                  <a:schemeClr val="tx1">
                    <a:tint val="75000"/>
                  </a:schemeClr>
                </a:solidFill>
              </a:defRPr>
            </a:lvl2pPr>
            <a:lvl3pPr marL="1172219" indent="0" algn="ctr">
              <a:buNone/>
              <a:defRPr>
                <a:solidFill>
                  <a:schemeClr val="tx1">
                    <a:tint val="75000"/>
                  </a:schemeClr>
                </a:solidFill>
              </a:defRPr>
            </a:lvl3pPr>
            <a:lvl4pPr marL="1758328" indent="0" algn="ctr">
              <a:buNone/>
              <a:defRPr>
                <a:solidFill>
                  <a:schemeClr val="tx1">
                    <a:tint val="75000"/>
                  </a:schemeClr>
                </a:solidFill>
              </a:defRPr>
            </a:lvl4pPr>
            <a:lvl5pPr marL="2344438" indent="0" algn="ctr">
              <a:buNone/>
              <a:defRPr>
                <a:solidFill>
                  <a:schemeClr val="tx1">
                    <a:tint val="75000"/>
                  </a:schemeClr>
                </a:solidFill>
              </a:defRPr>
            </a:lvl5pPr>
            <a:lvl6pPr marL="2930547" indent="0" algn="ctr">
              <a:buNone/>
              <a:defRPr>
                <a:solidFill>
                  <a:schemeClr val="tx1">
                    <a:tint val="75000"/>
                  </a:schemeClr>
                </a:solidFill>
              </a:defRPr>
            </a:lvl6pPr>
            <a:lvl7pPr marL="3516656" indent="0" algn="ctr">
              <a:buNone/>
              <a:defRPr>
                <a:solidFill>
                  <a:schemeClr val="tx1">
                    <a:tint val="75000"/>
                  </a:schemeClr>
                </a:solidFill>
              </a:defRPr>
            </a:lvl7pPr>
            <a:lvl8pPr marL="4102766" indent="0" algn="ctr">
              <a:buNone/>
              <a:defRPr>
                <a:solidFill>
                  <a:schemeClr val="tx1">
                    <a:tint val="75000"/>
                  </a:schemeClr>
                </a:solidFill>
              </a:defRPr>
            </a:lvl8pPr>
            <a:lvl9pPr marL="4688875" indent="0" algn="ctr">
              <a:buNone/>
              <a:defRPr>
                <a:solidFill>
                  <a:schemeClr val="tx1">
                    <a:tint val="75000"/>
                  </a:schemeClr>
                </a:solidFill>
              </a:defRPr>
            </a:lvl9pPr>
          </a:lstStyle>
          <a:p>
            <a:r>
              <a:rPr lang="en-CA" dirty="0"/>
              <a:t>Presentation subtitle or brief one-sentence description.</a:t>
            </a:r>
            <a:endParaRPr lang="en-US" dirty="0"/>
          </a:p>
        </p:txBody>
      </p:sp>
      <p:sp>
        <p:nvSpPr>
          <p:cNvPr id="5" name="Text Placeholder 4"/>
          <p:cNvSpPr>
            <a:spLocks noGrp="1"/>
          </p:cNvSpPr>
          <p:nvPr>
            <p:ph type="body" sz="quarter" idx="10" hasCustomPrompt="1"/>
          </p:nvPr>
        </p:nvSpPr>
        <p:spPr>
          <a:xfrm>
            <a:off x="622239" y="5509909"/>
            <a:ext cx="5358682" cy="745331"/>
          </a:xfrm>
        </p:spPr>
        <p:txBody>
          <a:bodyPr anchor="b"/>
          <a:lstStyle>
            <a:lvl1pPr>
              <a:defRPr baseline="0">
                <a:solidFill>
                  <a:schemeClr val="bg1"/>
                </a:solidFill>
              </a:defRPr>
            </a:lvl1pPr>
          </a:lstStyle>
          <a:p>
            <a:pPr lvl="0"/>
            <a:r>
              <a:rPr lang="en-CA" dirty="0"/>
              <a:t>Month 24th, 2017</a:t>
            </a:r>
            <a:endParaRPr lang="en-US" dirty="0"/>
          </a:p>
        </p:txBody>
      </p:sp>
      <p:pic>
        <p:nvPicPr>
          <p:cNvPr id="4" name="Picture 3" descr="ac-logo.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42412" y="619055"/>
            <a:ext cx="2542927" cy="533400"/>
          </a:xfrm>
          <a:prstGeom prst="rect">
            <a:avLst/>
          </a:prstGeom>
        </p:spPr>
      </p:pic>
    </p:spTree>
    <p:extLst>
      <p:ext uri="{BB962C8B-B14F-4D97-AF65-F5344CB8AC3E}">
        <p14:creationId xmlns:p14="http://schemas.microsoft.com/office/powerpoint/2010/main" val="1213002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Separator">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14" name="Picture 13" descr="swoosh-85.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511984"/>
            <a:ext cx="12192000" cy="1304320"/>
          </a:xfrm>
          <a:prstGeom prst="rect">
            <a:avLst/>
          </a:prstGeom>
        </p:spPr>
      </p:pic>
      <p:sp>
        <p:nvSpPr>
          <p:cNvPr id="2" name="Title 1"/>
          <p:cNvSpPr>
            <a:spLocks noGrp="1"/>
          </p:cNvSpPr>
          <p:nvPr>
            <p:ph type="title" hasCustomPrompt="1"/>
          </p:nvPr>
        </p:nvSpPr>
        <p:spPr>
          <a:xfrm>
            <a:off x="609601" y="1544637"/>
            <a:ext cx="7250676" cy="1362076"/>
          </a:xfrm>
        </p:spPr>
        <p:txBody>
          <a:bodyPr anchor="b">
            <a:noAutofit/>
          </a:bodyPr>
          <a:lstStyle>
            <a:lvl1pPr algn="l">
              <a:lnSpc>
                <a:spcPct val="100000"/>
              </a:lnSpc>
              <a:defRPr sz="3600" b="1" cap="none" baseline="0">
                <a:solidFill>
                  <a:srgbClr val="FFFFFF"/>
                </a:solidFill>
              </a:defRPr>
            </a:lvl1pPr>
          </a:lstStyle>
          <a:p>
            <a:r>
              <a:rPr lang="en-CA" dirty="0"/>
              <a:t>Chapter or Section title</a:t>
            </a:r>
            <a:endParaRPr lang="en-US" dirty="0"/>
          </a:p>
        </p:txBody>
      </p:sp>
      <p:sp>
        <p:nvSpPr>
          <p:cNvPr id="3" name="Text Placeholder 2"/>
          <p:cNvSpPr>
            <a:spLocks noGrp="1"/>
          </p:cNvSpPr>
          <p:nvPr>
            <p:ph type="body" idx="1" hasCustomPrompt="1"/>
          </p:nvPr>
        </p:nvSpPr>
        <p:spPr>
          <a:xfrm>
            <a:off x="609601" y="3062821"/>
            <a:ext cx="7250676" cy="1500188"/>
          </a:xfrm>
        </p:spPr>
        <p:txBody>
          <a:bodyPr lIns="0" tIns="0" rIns="0" bIns="0" anchor="t"/>
          <a:lstStyle>
            <a:lvl1pPr marL="0" indent="0">
              <a:lnSpc>
                <a:spcPct val="100000"/>
              </a:lnSpc>
              <a:buNone/>
              <a:defRPr sz="2550" baseline="0">
                <a:solidFill>
                  <a:srgbClr val="A6C8BC"/>
                </a:solidFill>
              </a:defRPr>
            </a:lvl1pPr>
            <a:lvl2pPr marL="586109" indent="0">
              <a:buNone/>
              <a:defRPr sz="2325">
                <a:solidFill>
                  <a:schemeClr val="tx1">
                    <a:tint val="75000"/>
                  </a:schemeClr>
                </a:solidFill>
              </a:defRPr>
            </a:lvl2pPr>
            <a:lvl3pPr marL="1172219" indent="0">
              <a:buNone/>
              <a:defRPr sz="2025">
                <a:solidFill>
                  <a:schemeClr val="tx1">
                    <a:tint val="75000"/>
                  </a:schemeClr>
                </a:solidFill>
              </a:defRPr>
            </a:lvl3pPr>
            <a:lvl4pPr marL="1758328" indent="0">
              <a:buNone/>
              <a:defRPr sz="1800">
                <a:solidFill>
                  <a:schemeClr val="tx1">
                    <a:tint val="75000"/>
                  </a:schemeClr>
                </a:solidFill>
              </a:defRPr>
            </a:lvl4pPr>
            <a:lvl5pPr marL="2344438" indent="0">
              <a:buNone/>
              <a:defRPr sz="1800">
                <a:solidFill>
                  <a:schemeClr val="tx1">
                    <a:tint val="75000"/>
                  </a:schemeClr>
                </a:solidFill>
              </a:defRPr>
            </a:lvl5pPr>
            <a:lvl6pPr marL="2930547" indent="0">
              <a:buNone/>
              <a:defRPr sz="1800">
                <a:solidFill>
                  <a:schemeClr val="tx1">
                    <a:tint val="75000"/>
                  </a:schemeClr>
                </a:solidFill>
              </a:defRPr>
            </a:lvl6pPr>
            <a:lvl7pPr marL="3516656" indent="0">
              <a:buNone/>
              <a:defRPr sz="1800">
                <a:solidFill>
                  <a:schemeClr val="tx1">
                    <a:tint val="75000"/>
                  </a:schemeClr>
                </a:solidFill>
              </a:defRPr>
            </a:lvl7pPr>
            <a:lvl8pPr marL="4102766" indent="0">
              <a:buNone/>
              <a:defRPr sz="1800">
                <a:solidFill>
                  <a:schemeClr val="tx1">
                    <a:tint val="75000"/>
                  </a:schemeClr>
                </a:solidFill>
              </a:defRPr>
            </a:lvl8pPr>
            <a:lvl9pPr marL="4688875" indent="0">
              <a:buNone/>
              <a:defRPr sz="1800">
                <a:solidFill>
                  <a:schemeClr val="tx1">
                    <a:tint val="75000"/>
                  </a:schemeClr>
                </a:solidFill>
              </a:defRPr>
            </a:lvl9pPr>
          </a:lstStyle>
          <a:p>
            <a:pPr lvl="0"/>
            <a:r>
              <a:rPr lang="en-CA" dirty="0"/>
              <a:t>Brief description or intro to this section</a:t>
            </a:r>
          </a:p>
        </p:txBody>
      </p:sp>
      <p:pic>
        <p:nvPicPr>
          <p:cNvPr id="10" name="Picture 9" descr="ac-icon.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3099" y="517457"/>
            <a:ext cx="723829" cy="533400"/>
          </a:xfrm>
          <a:prstGeom prst="rect">
            <a:avLst/>
          </a:prstGeom>
        </p:spPr>
      </p:pic>
      <p:sp>
        <p:nvSpPr>
          <p:cNvPr id="15" name="Slide Number Placeholder 8"/>
          <p:cNvSpPr>
            <a:spLocks noGrp="1"/>
          </p:cNvSpPr>
          <p:nvPr>
            <p:ph type="sldNum" sz="quarter" idx="11"/>
          </p:nvPr>
        </p:nvSpPr>
        <p:spPr>
          <a:xfrm>
            <a:off x="149297" y="6373091"/>
            <a:ext cx="396810" cy="365126"/>
          </a:xfrm>
        </p:spPr>
        <p:txBody>
          <a:bodyPr/>
          <a:lstStyle>
            <a:lvl1pPr>
              <a:defRPr>
                <a:solidFill>
                  <a:srgbClr val="96B7A6"/>
                </a:solidFill>
              </a:defRPr>
            </a:lvl1pPr>
          </a:lstStyle>
          <a:p>
            <a:fld id="{9292BBE9-3329-4EF1-9736-23291503822A}" type="slidenum">
              <a:rPr lang="en-CA" smtClean="0"/>
              <a:t>‹#›</a:t>
            </a:fld>
            <a:endParaRPr lang="en-CA"/>
          </a:p>
        </p:txBody>
      </p:sp>
    </p:spTree>
    <p:extLst>
      <p:ext uri="{BB962C8B-B14F-4D97-AF65-F5344CB8AC3E}">
        <p14:creationId xmlns:p14="http://schemas.microsoft.com/office/powerpoint/2010/main" val="3660981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 Author">
    <p:bg>
      <p:bgPr>
        <a:solidFill>
          <a:schemeClr val="bg1"/>
        </a:solidFill>
        <a:effectLst/>
      </p:bgPr>
    </p:bg>
    <p:spTree>
      <p:nvGrpSpPr>
        <p:cNvPr id="1" name=""/>
        <p:cNvGrpSpPr/>
        <p:nvPr/>
      </p:nvGrpSpPr>
      <p:grpSpPr>
        <a:xfrm>
          <a:off x="0" y="0"/>
          <a:ext cx="0" cy="0"/>
          <a:chOff x="0" y="0"/>
          <a:chExt cx="0" cy="0"/>
        </a:xfrm>
      </p:grpSpPr>
      <p:sp>
        <p:nvSpPr>
          <p:cNvPr id="5" name="Picture Placeholder 4"/>
          <p:cNvSpPr>
            <a:spLocks noGrp="1"/>
          </p:cNvSpPr>
          <p:nvPr>
            <p:ph type="pic" sz="quarter" idx="15" hasCustomPrompt="1"/>
          </p:nvPr>
        </p:nvSpPr>
        <p:spPr>
          <a:xfrm>
            <a:off x="2501574" y="1803401"/>
            <a:ext cx="3474729" cy="3227685"/>
          </a:xfrm>
        </p:spPr>
        <p:txBody>
          <a:bodyPr/>
          <a:lstStyle/>
          <a:p>
            <a:r>
              <a:rPr lang="en-US" dirty="0"/>
              <a:t>Author Photo</a:t>
            </a:r>
          </a:p>
        </p:txBody>
      </p:sp>
      <p:sp>
        <p:nvSpPr>
          <p:cNvPr id="11" name="Text Placeholder 10"/>
          <p:cNvSpPr>
            <a:spLocks noGrp="1"/>
          </p:cNvSpPr>
          <p:nvPr>
            <p:ph type="body" sz="quarter" idx="17" hasCustomPrompt="1"/>
          </p:nvPr>
        </p:nvSpPr>
        <p:spPr>
          <a:xfrm>
            <a:off x="6222189" y="2336800"/>
            <a:ext cx="3504744" cy="2160887"/>
          </a:xfrm>
        </p:spPr>
        <p:txBody>
          <a:bodyPr anchor="ctr"/>
          <a:lstStyle/>
          <a:p>
            <a:pPr lvl="0"/>
            <a:r>
              <a:rPr lang="en-CA" dirty="0"/>
              <a:t>Author description</a:t>
            </a:r>
          </a:p>
        </p:txBody>
      </p:sp>
      <p:sp>
        <p:nvSpPr>
          <p:cNvPr id="8" name="Title 1"/>
          <p:cNvSpPr>
            <a:spLocks noGrp="1"/>
          </p:cNvSpPr>
          <p:nvPr>
            <p:ph type="title" hasCustomPrompt="1"/>
          </p:nvPr>
        </p:nvSpPr>
        <p:spPr>
          <a:xfrm>
            <a:off x="609601" y="576274"/>
            <a:ext cx="7106241" cy="1001980"/>
          </a:xfrm>
        </p:spPr>
        <p:txBody>
          <a:bodyPr anchor="t">
            <a:noAutofit/>
          </a:bodyPr>
          <a:lstStyle>
            <a:lvl1pPr>
              <a:defRPr sz="3600" b="1" baseline="0">
                <a:solidFill>
                  <a:schemeClr val="tx2"/>
                </a:solidFill>
              </a:defRPr>
            </a:lvl1pPr>
          </a:lstStyle>
          <a:p>
            <a:r>
              <a:rPr lang="en-CA" dirty="0"/>
              <a:t>About the Author (1 author)</a:t>
            </a:r>
            <a:endParaRPr lang="en-US" dirty="0"/>
          </a:p>
        </p:txBody>
      </p:sp>
      <p:sp>
        <p:nvSpPr>
          <p:cNvPr id="7" name="Text Placeholder 6"/>
          <p:cNvSpPr>
            <a:spLocks noGrp="1"/>
          </p:cNvSpPr>
          <p:nvPr>
            <p:ph type="body" sz="quarter" idx="18" hasCustomPrompt="1"/>
          </p:nvPr>
        </p:nvSpPr>
        <p:spPr>
          <a:xfrm>
            <a:off x="6221598" y="1803797"/>
            <a:ext cx="3504858" cy="533003"/>
          </a:xfrm>
        </p:spPr>
        <p:txBody>
          <a:bodyPr/>
          <a:lstStyle>
            <a:lvl1pPr>
              <a:defRPr b="1">
                <a:solidFill>
                  <a:srgbClr val="599A83"/>
                </a:solidFill>
              </a:defRPr>
            </a:lvl1pPr>
          </a:lstStyle>
          <a:p>
            <a:pPr lvl="0"/>
            <a:r>
              <a:rPr lang="en-CA" dirty="0"/>
              <a:t>Author Name</a:t>
            </a:r>
          </a:p>
        </p:txBody>
      </p:sp>
      <p:sp>
        <p:nvSpPr>
          <p:cNvPr id="13" name="Text Placeholder 12"/>
          <p:cNvSpPr>
            <a:spLocks noGrp="1"/>
          </p:cNvSpPr>
          <p:nvPr>
            <p:ph type="body" sz="quarter" idx="19" hasCustomPrompt="1"/>
          </p:nvPr>
        </p:nvSpPr>
        <p:spPr>
          <a:xfrm>
            <a:off x="6221598" y="4498182"/>
            <a:ext cx="3504858" cy="532904"/>
          </a:xfrm>
        </p:spPr>
        <p:txBody>
          <a:bodyPr anchor="b"/>
          <a:lstStyle>
            <a:lvl1pPr>
              <a:defRPr sz="1575"/>
            </a:lvl1pPr>
          </a:lstStyle>
          <a:p>
            <a:pPr lvl="0"/>
            <a:r>
              <a:rPr lang="en-CA" dirty="0"/>
              <a:t>Author email</a:t>
            </a:r>
          </a:p>
        </p:txBody>
      </p:sp>
    </p:spTree>
    <p:extLst>
      <p:ext uri="{BB962C8B-B14F-4D97-AF65-F5344CB8AC3E}">
        <p14:creationId xmlns:p14="http://schemas.microsoft.com/office/powerpoint/2010/main" val="3353686767"/>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 Authors">
    <p:bg>
      <p:bgPr>
        <a:solidFill>
          <a:schemeClr val="bg1"/>
        </a:solidFill>
        <a:effectLst/>
      </p:bgPr>
    </p:bg>
    <p:spTree>
      <p:nvGrpSpPr>
        <p:cNvPr id="1" name=""/>
        <p:cNvGrpSpPr/>
        <p:nvPr/>
      </p:nvGrpSpPr>
      <p:grpSpPr>
        <a:xfrm>
          <a:off x="0" y="0"/>
          <a:ext cx="0" cy="0"/>
          <a:chOff x="0" y="0"/>
          <a:chExt cx="0" cy="0"/>
        </a:xfrm>
      </p:grpSpPr>
      <p:sp>
        <p:nvSpPr>
          <p:cNvPr id="5" name="Picture Placeholder 4"/>
          <p:cNvSpPr>
            <a:spLocks noGrp="1"/>
          </p:cNvSpPr>
          <p:nvPr>
            <p:ph type="pic" sz="quarter" idx="15" hasCustomPrompt="1"/>
          </p:nvPr>
        </p:nvSpPr>
        <p:spPr>
          <a:xfrm>
            <a:off x="622300" y="1803797"/>
            <a:ext cx="1625307" cy="1509752"/>
          </a:xfrm>
        </p:spPr>
        <p:txBody>
          <a:bodyPr/>
          <a:lstStyle/>
          <a:p>
            <a:r>
              <a:rPr lang="en-US" dirty="0"/>
              <a:t>Author Photo</a:t>
            </a:r>
          </a:p>
        </p:txBody>
      </p:sp>
      <p:sp>
        <p:nvSpPr>
          <p:cNvPr id="11" name="Text Placeholder 10"/>
          <p:cNvSpPr>
            <a:spLocks noGrp="1"/>
          </p:cNvSpPr>
          <p:nvPr>
            <p:ph type="body" sz="quarter" idx="17" hasCustomPrompt="1"/>
          </p:nvPr>
        </p:nvSpPr>
        <p:spPr>
          <a:xfrm>
            <a:off x="2488956" y="2336800"/>
            <a:ext cx="3504744" cy="1790700"/>
          </a:xfrm>
        </p:spPr>
        <p:txBody>
          <a:bodyPr anchor="t"/>
          <a:lstStyle/>
          <a:p>
            <a:pPr lvl="0"/>
            <a:r>
              <a:rPr lang="en-CA" dirty="0"/>
              <a:t>Author description</a:t>
            </a:r>
          </a:p>
        </p:txBody>
      </p:sp>
      <p:sp>
        <p:nvSpPr>
          <p:cNvPr id="8"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About the Author (2 authors)</a:t>
            </a:r>
            <a:endParaRPr lang="en-US" dirty="0"/>
          </a:p>
        </p:txBody>
      </p:sp>
      <p:sp>
        <p:nvSpPr>
          <p:cNvPr id="7" name="Text Placeholder 6"/>
          <p:cNvSpPr>
            <a:spLocks noGrp="1"/>
          </p:cNvSpPr>
          <p:nvPr>
            <p:ph type="body" sz="quarter" idx="18" hasCustomPrompt="1"/>
          </p:nvPr>
        </p:nvSpPr>
        <p:spPr>
          <a:xfrm>
            <a:off x="2488365" y="1803797"/>
            <a:ext cx="3504858" cy="533003"/>
          </a:xfrm>
        </p:spPr>
        <p:txBody>
          <a:bodyPr/>
          <a:lstStyle>
            <a:lvl1pPr>
              <a:defRPr b="1">
                <a:solidFill>
                  <a:srgbClr val="599A83"/>
                </a:solidFill>
              </a:defRPr>
            </a:lvl1pPr>
          </a:lstStyle>
          <a:p>
            <a:pPr lvl="0"/>
            <a:r>
              <a:rPr lang="en-CA" dirty="0"/>
              <a:t>Author 1 Name</a:t>
            </a:r>
          </a:p>
        </p:txBody>
      </p:sp>
      <p:sp>
        <p:nvSpPr>
          <p:cNvPr id="13" name="Text Placeholder 12"/>
          <p:cNvSpPr>
            <a:spLocks noGrp="1"/>
          </p:cNvSpPr>
          <p:nvPr>
            <p:ph type="body" sz="quarter" idx="19" hasCustomPrompt="1"/>
          </p:nvPr>
        </p:nvSpPr>
        <p:spPr>
          <a:xfrm>
            <a:off x="2488365" y="4127500"/>
            <a:ext cx="3504858" cy="532904"/>
          </a:xfrm>
        </p:spPr>
        <p:txBody>
          <a:bodyPr anchor="b"/>
          <a:lstStyle>
            <a:lvl1pPr>
              <a:defRPr sz="1575"/>
            </a:lvl1pPr>
          </a:lstStyle>
          <a:p>
            <a:pPr lvl="0"/>
            <a:r>
              <a:rPr lang="en-CA" dirty="0"/>
              <a:t>Author email</a:t>
            </a:r>
          </a:p>
        </p:txBody>
      </p:sp>
      <p:sp>
        <p:nvSpPr>
          <p:cNvPr id="9" name="Picture Placeholder 4"/>
          <p:cNvSpPr>
            <a:spLocks noGrp="1"/>
          </p:cNvSpPr>
          <p:nvPr>
            <p:ph type="pic" sz="quarter" idx="20" hasCustomPrompt="1"/>
          </p:nvPr>
        </p:nvSpPr>
        <p:spPr>
          <a:xfrm>
            <a:off x="6222271" y="1803797"/>
            <a:ext cx="1625307" cy="1509752"/>
          </a:xfrm>
        </p:spPr>
        <p:txBody>
          <a:bodyPr/>
          <a:lstStyle/>
          <a:p>
            <a:r>
              <a:rPr lang="en-US" dirty="0"/>
              <a:t>Author Photo</a:t>
            </a:r>
          </a:p>
        </p:txBody>
      </p:sp>
      <p:sp>
        <p:nvSpPr>
          <p:cNvPr id="10" name="Text Placeholder 10"/>
          <p:cNvSpPr>
            <a:spLocks noGrp="1"/>
          </p:cNvSpPr>
          <p:nvPr>
            <p:ph type="body" sz="quarter" idx="21" hasCustomPrompt="1"/>
          </p:nvPr>
        </p:nvSpPr>
        <p:spPr>
          <a:xfrm>
            <a:off x="8088927" y="2336800"/>
            <a:ext cx="3504744" cy="1790700"/>
          </a:xfrm>
        </p:spPr>
        <p:txBody>
          <a:bodyPr anchor="t"/>
          <a:lstStyle/>
          <a:p>
            <a:pPr lvl="0"/>
            <a:r>
              <a:rPr lang="en-CA" dirty="0"/>
              <a:t>Author description</a:t>
            </a:r>
          </a:p>
        </p:txBody>
      </p:sp>
      <p:sp>
        <p:nvSpPr>
          <p:cNvPr id="12" name="Text Placeholder 6"/>
          <p:cNvSpPr>
            <a:spLocks noGrp="1"/>
          </p:cNvSpPr>
          <p:nvPr>
            <p:ph type="body" sz="quarter" idx="22" hasCustomPrompt="1"/>
          </p:nvPr>
        </p:nvSpPr>
        <p:spPr>
          <a:xfrm>
            <a:off x="8088336" y="1803797"/>
            <a:ext cx="3504858" cy="533003"/>
          </a:xfrm>
        </p:spPr>
        <p:txBody>
          <a:bodyPr/>
          <a:lstStyle>
            <a:lvl1pPr>
              <a:defRPr b="1">
                <a:solidFill>
                  <a:srgbClr val="599A83"/>
                </a:solidFill>
              </a:defRPr>
            </a:lvl1pPr>
          </a:lstStyle>
          <a:p>
            <a:pPr lvl="0"/>
            <a:r>
              <a:rPr lang="en-CA" dirty="0"/>
              <a:t>Author 2 Name</a:t>
            </a:r>
          </a:p>
        </p:txBody>
      </p:sp>
      <p:sp>
        <p:nvSpPr>
          <p:cNvPr id="14" name="Text Placeholder 12"/>
          <p:cNvSpPr>
            <a:spLocks noGrp="1"/>
          </p:cNvSpPr>
          <p:nvPr>
            <p:ph type="body" sz="quarter" idx="23" hasCustomPrompt="1"/>
          </p:nvPr>
        </p:nvSpPr>
        <p:spPr>
          <a:xfrm>
            <a:off x="8088336" y="4127500"/>
            <a:ext cx="3504858" cy="532904"/>
          </a:xfrm>
        </p:spPr>
        <p:txBody>
          <a:bodyPr anchor="b"/>
          <a:lstStyle>
            <a:lvl1pPr>
              <a:defRPr sz="1575"/>
            </a:lvl1pPr>
          </a:lstStyle>
          <a:p>
            <a:pPr lvl="0"/>
            <a:r>
              <a:rPr lang="en-CA" dirty="0"/>
              <a:t>Author email</a:t>
            </a:r>
          </a:p>
        </p:txBody>
      </p:sp>
      <p:pic>
        <p:nvPicPr>
          <p:cNvPr id="15" name="Picture 14" descr="curtain-100.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524369"/>
            <a:ext cx="12192000" cy="1333631"/>
          </a:xfrm>
          <a:prstGeom prst="rect">
            <a:avLst/>
          </a:prstGeom>
        </p:spPr>
      </p:pic>
    </p:spTree>
    <p:extLst>
      <p:ext uri="{BB962C8B-B14F-4D97-AF65-F5344CB8AC3E}">
        <p14:creationId xmlns:p14="http://schemas.microsoft.com/office/powerpoint/2010/main" val="1805070660"/>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Col Key Point w/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1-column key point text slide</a:t>
            </a:r>
            <a:endParaRPr lang="en-US" dirty="0"/>
          </a:p>
        </p:txBody>
      </p:sp>
      <p:sp>
        <p:nvSpPr>
          <p:cNvPr id="12" name="Text Placeholder 5"/>
          <p:cNvSpPr>
            <a:spLocks noGrp="1"/>
          </p:cNvSpPr>
          <p:nvPr>
            <p:ph type="body" sz="quarter" idx="15" hasCustomPrompt="1"/>
          </p:nvPr>
        </p:nvSpPr>
        <p:spPr>
          <a:xfrm>
            <a:off x="609602" y="1803401"/>
            <a:ext cx="8710984"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3" name="Text Placeholder 9"/>
          <p:cNvSpPr>
            <a:spLocks noGrp="1"/>
          </p:cNvSpPr>
          <p:nvPr>
            <p:ph type="body" sz="quarter" idx="14" hasCustomPrompt="1"/>
          </p:nvPr>
        </p:nvSpPr>
        <p:spPr>
          <a:xfrm>
            <a:off x="9827671" y="551258"/>
            <a:ext cx="1754730" cy="5100242"/>
          </a:xfrm>
        </p:spPr>
        <p:txBody>
          <a:bodyPr/>
          <a:lstStyle>
            <a:lvl1pPr>
              <a:spcBef>
                <a:spcPts val="1275"/>
              </a:spcBef>
              <a:defRPr sz="1575">
                <a:solidFill>
                  <a:srgbClr val="589278"/>
                </a:solidFill>
              </a:defRPr>
            </a:lvl1pPr>
          </a:lstStyle>
          <a:p>
            <a:pPr lvl="0"/>
            <a:r>
              <a:rPr lang="en-CA" dirty="0"/>
              <a:t>An optional annotation or extra information text box</a:t>
            </a:r>
            <a:endParaRPr lang="en-US" dirty="0"/>
          </a:p>
        </p:txBody>
      </p:sp>
      <p:pic>
        <p:nvPicPr>
          <p:cNvPr id="14" name="Picture 13"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5" name="Picture 14"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6"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9292BBE9-3329-4EF1-9736-23291503822A}" type="slidenum">
              <a:rPr lang="en-CA" smtClean="0"/>
              <a:t>‹#›</a:t>
            </a:fld>
            <a:endParaRPr lang="en-CA"/>
          </a:p>
        </p:txBody>
      </p:sp>
    </p:spTree>
    <p:extLst>
      <p:ext uri="{BB962C8B-B14F-4D97-AF65-F5344CB8AC3E}">
        <p14:creationId xmlns:p14="http://schemas.microsoft.com/office/powerpoint/2010/main" val="20292789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Col Key Point, No Title">
    <p:bg>
      <p:bgPr>
        <a:solidFill>
          <a:schemeClr val="bg1"/>
        </a:solidFill>
        <a:effectLst/>
      </p:bgPr>
    </p:bg>
    <p:spTree>
      <p:nvGrpSpPr>
        <p:cNvPr id="1" name=""/>
        <p:cNvGrpSpPr/>
        <p:nvPr/>
      </p:nvGrpSpPr>
      <p:grpSpPr>
        <a:xfrm>
          <a:off x="0" y="0"/>
          <a:ext cx="0" cy="0"/>
          <a:chOff x="0" y="0"/>
          <a:chExt cx="0" cy="0"/>
        </a:xfrm>
      </p:grpSpPr>
      <p:sp>
        <p:nvSpPr>
          <p:cNvPr id="12" name="Text Placeholder 5"/>
          <p:cNvSpPr>
            <a:spLocks noGrp="1"/>
          </p:cNvSpPr>
          <p:nvPr>
            <p:ph type="body" sz="quarter" idx="15" hasCustomPrompt="1"/>
          </p:nvPr>
        </p:nvSpPr>
        <p:spPr>
          <a:xfrm>
            <a:off x="609602" y="495299"/>
            <a:ext cx="8710984" cy="5156201"/>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A basic 1-column key point slide with no title. 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1" name="Text Placeholder 9"/>
          <p:cNvSpPr>
            <a:spLocks noGrp="1"/>
          </p:cNvSpPr>
          <p:nvPr>
            <p:ph type="body" sz="quarter" idx="14" hasCustomPrompt="1"/>
          </p:nvPr>
        </p:nvSpPr>
        <p:spPr>
          <a:xfrm>
            <a:off x="9827671" y="551258"/>
            <a:ext cx="1754730" cy="5100242"/>
          </a:xfrm>
        </p:spPr>
        <p:txBody>
          <a:bodyPr/>
          <a:lstStyle>
            <a:lvl1pPr>
              <a:spcBef>
                <a:spcPts val="1275"/>
              </a:spcBef>
              <a:defRPr sz="1575">
                <a:solidFill>
                  <a:srgbClr val="599A83"/>
                </a:solidFill>
              </a:defRPr>
            </a:lvl1pPr>
          </a:lstStyle>
          <a:p>
            <a:pPr lvl="0"/>
            <a:r>
              <a:rPr lang="en-CA" dirty="0"/>
              <a:t>An optional annotation or extra information text box</a:t>
            </a:r>
            <a:endParaRPr lang="en-US" dirty="0"/>
          </a:p>
        </p:txBody>
      </p:sp>
      <p:pic>
        <p:nvPicPr>
          <p:cNvPr id="13" name="Picture 12"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4" name="Picture 13"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5"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9292BBE9-3329-4EF1-9736-23291503822A}" type="slidenum">
              <a:rPr lang="en-CA" smtClean="0"/>
              <a:t>‹#›</a:t>
            </a:fld>
            <a:endParaRPr lang="en-CA"/>
          </a:p>
        </p:txBody>
      </p:sp>
    </p:spTree>
    <p:extLst>
      <p:ext uri="{BB962C8B-B14F-4D97-AF65-F5344CB8AC3E}">
        <p14:creationId xmlns:p14="http://schemas.microsoft.com/office/powerpoint/2010/main" val="2374945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Col Key Poi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2-column key point slide</a:t>
            </a:r>
            <a:endParaRPr lang="en-US" dirty="0"/>
          </a:p>
        </p:txBody>
      </p:sp>
      <p:sp>
        <p:nvSpPr>
          <p:cNvPr id="14" name="Text Placeholder 5"/>
          <p:cNvSpPr>
            <a:spLocks noGrp="1"/>
          </p:cNvSpPr>
          <p:nvPr>
            <p:ph type="body" sz="quarter" idx="15" hasCustomPrompt="1"/>
          </p:nvPr>
        </p:nvSpPr>
        <p:spPr>
          <a:xfrm>
            <a:off x="609602" y="1803401"/>
            <a:ext cx="5371319"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6222270" y="1803401"/>
            <a:ext cx="5360131"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pic>
        <p:nvPicPr>
          <p:cNvPr id="17" name="Picture 16"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8" name="Picture 17"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9"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9292BBE9-3329-4EF1-9736-23291503822A}" type="slidenum">
              <a:rPr lang="en-CA" smtClean="0"/>
              <a:t>‹#›</a:t>
            </a:fld>
            <a:endParaRPr lang="en-CA"/>
          </a:p>
        </p:txBody>
      </p:sp>
    </p:spTree>
    <p:extLst>
      <p:ext uri="{BB962C8B-B14F-4D97-AF65-F5344CB8AC3E}">
        <p14:creationId xmlns:p14="http://schemas.microsoft.com/office/powerpoint/2010/main" val="1448449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Col Key Point w/Subtitl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basic 2-column key point text slide with subtitles</a:t>
            </a:r>
            <a:endParaRPr lang="en-US" dirty="0"/>
          </a:p>
        </p:txBody>
      </p:sp>
      <p:sp>
        <p:nvSpPr>
          <p:cNvPr id="14" name="Text Placeholder 5"/>
          <p:cNvSpPr>
            <a:spLocks noGrp="1"/>
          </p:cNvSpPr>
          <p:nvPr>
            <p:ph type="body" sz="quarter" idx="15" hasCustomPrompt="1"/>
          </p:nvPr>
        </p:nvSpPr>
        <p:spPr>
          <a:xfrm>
            <a:off x="609602" y="2336799"/>
            <a:ext cx="5371319" cy="3314701"/>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6222270" y="2336799"/>
            <a:ext cx="5360131" cy="3314702"/>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0" name="Text Placeholder 6"/>
          <p:cNvSpPr>
            <a:spLocks noGrp="1"/>
          </p:cNvSpPr>
          <p:nvPr>
            <p:ph type="body" sz="quarter" idx="18" hasCustomPrompt="1"/>
          </p:nvPr>
        </p:nvSpPr>
        <p:spPr>
          <a:xfrm>
            <a:off x="609603" y="1803797"/>
            <a:ext cx="5371319" cy="533003"/>
          </a:xfrm>
        </p:spPr>
        <p:txBody>
          <a:bodyPr/>
          <a:lstStyle>
            <a:lvl1pPr>
              <a:defRPr b="1">
                <a:solidFill>
                  <a:srgbClr val="599A83"/>
                </a:solidFill>
              </a:defRPr>
            </a:lvl1pPr>
          </a:lstStyle>
          <a:p>
            <a:pPr lvl="0"/>
            <a:r>
              <a:rPr lang="en-CA" dirty="0"/>
              <a:t>Subtitle</a:t>
            </a:r>
          </a:p>
        </p:txBody>
      </p:sp>
      <p:sp>
        <p:nvSpPr>
          <p:cNvPr id="11" name="Text Placeholder 6"/>
          <p:cNvSpPr>
            <a:spLocks noGrp="1"/>
          </p:cNvSpPr>
          <p:nvPr>
            <p:ph type="body" sz="quarter" idx="19" hasCustomPrompt="1"/>
          </p:nvPr>
        </p:nvSpPr>
        <p:spPr>
          <a:xfrm>
            <a:off x="6222270" y="1803797"/>
            <a:ext cx="5360131" cy="533003"/>
          </a:xfrm>
        </p:spPr>
        <p:txBody>
          <a:bodyPr/>
          <a:lstStyle>
            <a:lvl1pPr>
              <a:defRPr b="1">
                <a:solidFill>
                  <a:srgbClr val="599A83"/>
                </a:solidFill>
              </a:defRPr>
            </a:lvl1pPr>
          </a:lstStyle>
          <a:p>
            <a:pPr lvl="0"/>
            <a:r>
              <a:rPr lang="en-CA" dirty="0"/>
              <a:t>Subtitle</a:t>
            </a:r>
          </a:p>
        </p:txBody>
      </p:sp>
      <p:pic>
        <p:nvPicPr>
          <p:cNvPr id="12" name="Picture 11"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3" name="Picture 12"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5" name="Slide Number Placeholder 8"/>
          <p:cNvSpPr>
            <a:spLocks noGrp="1"/>
          </p:cNvSpPr>
          <p:nvPr>
            <p:ph type="sldNum" sz="quarter" idx="20"/>
          </p:nvPr>
        </p:nvSpPr>
        <p:spPr>
          <a:xfrm>
            <a:off x="149297" y="6373091"/>
            <a:ext cx="396810" cy="365126"/>
          </a:xfrm>
        </p:spPr>
        <p:txBody>
          <a:bodyPr/>
          <a:lstStyle>
            <a:lvl1pPr>
              <a:defRPr>
                <a:solidFill>
                  <a:schemeClr val="accent3"/>
                </a:solidFill>
              </a:defRPr>
            </a:lvl1pPr>
          </a:lstStyle>
          <a:p>
            <a:fld id="{9292BBE9-3329-4EF1-9736-23291503822A}" type="slidenum">
              <a:rPr lang="en-CA" smtClean="0"/>
              <a:t>‹#›</a:t>
            </a:fld>
            <a:endParaRPr lang="en-CA"/>
          </a:p>
        </p:txBody>
      </p:sp>
    </p:spTree>
    <p:extLst>
      <p:ext uri="{BB962C8B-B14F-4D97-AF65-F5344CB8AC3E}">
        <p14:creationId xmlns:p14="http://schemas.microsoft.com/office/powerpoint/2010/main" val="3780877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Col Key Poi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3-column key point slide</a:t>
            </a:r>
            <a:endParaRPr lang="en-US" dirty="0"/>
          </a:p>
        </p:txBody>
      </p:sp>
      <p:sp>
        <p:nvSpPr>
          <p:cNvPr id="14" name="Text Placeholder 5"/>
          <p:cNvSpPr>
            <a:spLocks noGrp="1"/>
          </p:cNvSpPr>
          <p:nvPr>
            <p:ph type="body" sz="quarter" idx="15" hasCustomPrompt="1"/>
          </p:nvPr>
        </p:nvSpPr>
        <p:spPr>
          <a:xfrm>
            <a:off x="609602" y="1803401"/>
            <a:ext cx="3504662"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4355533" y="1803401"/>
            <a:ext cx="3482660"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0" name="Text Placeholder 5"/>
          <p:cNvSpPr>
            <a:spLocks noGrp="1"/>
          </p:cNvSpPr>
          <p:nvPr>
            <p:ph type="body" sz="quarter" idx="17" hasCustomPrompt="1"/>
          </p:nvPr>
        </p:nvSpPr>
        <p:spPr>
          <a:xfrm>
            <a:off x="8088847" y="1803401"/>
            <a:ext cx="3504744"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pic>
        <p:nvPicPr>
          <p:cNvPr id="11" name="Picture 10"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2" name="Picture 11"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3"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9292BBE9-3329-4EF1-9736-23291503822A}" type="slidenum">
              <a:rPr lang="en-CA" smtClean="0"/>
              <a:t>‹#›</a:t>
            </a:fld>
            <a:endParaRPr lang="en-CA"/>
          </a:p>
        </p:txBody>
      </p:sp>
    </p:spTree>
    <p:extLst>
      <p:ext uri="{BB962C8B-B14F-4D97-AF65-F5344CB8AC3E}">
        <p14:creationId xmlns:p14="http://schemas.microsoft.com/office/powerpoint/2010/main" val="35162462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Col Key Point w/Subtitl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3-column key point slide with subtitles</a:t>
            </a:r>
            <a:endParaRPr lang="en-US" dirty="0"/>
          </a:p>
        </p:txBody>
      </p:sp>
      <p:sp>
        <p:nvSpPr>
          <p:cNvPr id="14" name="Text Placeholder 5"/>
          <p:cNvSpPr>
            <a:spLocks noGrp="1"/>
          </p:cNvSpPr>
          <p:nvPr>
            <p:ph type="body" sz="quarter" idx="15" hasCustomPrompt="1"/>
          </p:nvPr>
        </p:nvSpPr>
        <p:spPr>
          <a:xfrm>
            <a:off x="609602" y="2336799"/>
            <a:ext cx="3504662" cy="3314701"/>
          </a:xfrm>
        </p:spPr>
        <p:txBody>
          <a:bodyPr/>
          <a:lstStyle>
            <a:lvl1pPr>
              <a:spcBef>
                <a:spcPts val="1200"/>
              </a:spcBef>
              <a:defRPr baseline="0"/>
            </a:lvl1pPr>
            <a:lvl3pPr marL="1515073" indent="-342854">
              <a:buFont typeface="Arial"/>
              <a:buChar char="•"/>
              <a:defRPr/>
            </a:lvl3pPr>
            <a:lvl4pPr>
              <a:spcBef>
                <a:spcPts val="828"/>
              </a:spcBef>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4355533" y="2336799"/>
            <a:ext cx="3482660" cy="3314701"/>
          </a:xfrm>
        </p:spPr>
        <p:txBody>
          <a:bodyPr/>
          <a:lstStyle>
            <a:lvl1pPr>
              <a:spcBef>
                <a:spcPts val="1200"/>
              </a:spcBef>
              <a:defRPr baseline="0"/>
            </a:lvl1pPr>
            <a:lvl3pPr marL="1515073" indent="-342854">
              <a:buFont typeface="Arial"/>
              <a:buChar char="•"/>
              <a:defRPr/>
            </a:lvl3pPr>
            <a:lvl4pPr>
              <a:spcBef>
                <a:spcPts val="828"/>
              </a:spcBef>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0" name="Text Placeholder 5"/>
          <p:cNvSpPr>
            <a:spLocks noGrp="1"/>
          </p:cNvSpPr>
          <p:nvPr>
            <p:ph type="body" sz="quarter" idx="17" hasCustomPrompt="1"/>
          </p:nvPr>
        </p:nvSpPr>
        <p:spPr>
          <a:xfrm>
            <a:off x="8088847" y="2336799"/>
            <a:ext cx="3504744" cy="3314701"/>
          </a:xfrm>
        </p:spPr>
        <p:txBody>
          <a:bodyPr/>
          <a:lstStyle>
            <a:lvl1pPr>
              <a:spcBef>
                <a:spcPts val="1200"/>
              </a:spcBef>
              <a:defRPr baseline="0"/>
            </a:lvl1pPr>
            <a:lvl3pPr marL="1515073" indent="-342854">
              <a:buFont typeface="Arial"/>
              <a:buChar char="•"/>
              <a:defRPr/>
            </a:lvl3pPr>
            <a:lvl4pPr>
              <a:spcBef>
                <a:spcPts val="828"/>
              </a:spcBef>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1" name="Text Placeholder 6"/>
          <p:cNvSpPr>
            <a:spLocks noGrp="1"/>
          </p:cNvSpPr>
          <p:nvPr>
            <p:ph type="body" sz="quarter" idx="18" hasCustomPrompt="1"/>
          </p:nvPr>
        </p:nvSpPr>
        <p:spPr>
          <a:xfrm>
            <a:off x="609603" y="1803797"/>
            <a:ext cx="3504661" cy="533003"/>
          </a:xfrm>
        </p:spPr>
        <p:txBody>
          <a:bodyPr/>
          <a:lstStyle>
            <a:lvl1pPr>
              <a:defRPr b="1">
                <a:solidFill>
                  <a:srgbClr val="599A83"/>
                </a:solidFill>
              </a:defRPr>
            </a:lvl1pPr>
          </a:lstStyle>
          <a:p>
            <a:pPr lvl="0"/>
            <a:r>
              <a:rPr lang="en-CA" dirty="0"/>
              <a:t>Subtitle</a:t>
            </a:r>
          </a:p>
        </p:txBody>
      </p:sp>
      <p:sp>
        <p:nvSpPr>
          <p:cNvPr id="12" name="Text Placeholder 6"/>
          <p:cNvSpPr>
            <a:spLocks noGrp="1"/>
          </p:cNvSpPr>
          <p:nvPr>
            <p:ph type="body" sz="quarter" idx="19" hasCustomPrompt="1"/>
          </p:nvPr>
        </p:nvSpPr>
        <p:spPr>
          <a:xfrm>
            <a:off x="4355533" y="1803797"/>
            <a:ext cx="3482660" cy="533003"/>
          </a:xfrm>
        </p:spPr>
        <p:txBody>
          <a:bodyPr/>
          <a:lstStyle>
            <a:lvl1pPr>
              <a:defRPr b="1">
                <a:solidFill>
                  <a:srgbClr val="599A83"/>
                </a:solidFill>
              </a:defRPr>
            </a:lvl1pPr>
          </a:lstStyle>
          <a:p>
            <a:pPr lvl="0"/>
            <a:r>
              <a:rPr lang="en-CA" dirty="0"/>
              <a:t>Subtitle</a:t>
            </a:r>
          </a:p>
        </p:txBody>
      </p:sp>
      <p:sp>
        <p:nvSpPr>
          <p:cNvPr id="13" name="Text Placeholder 6"/>
          <p:cNvSpPr>
            <a:spLocks noGrp="1"/>
          </p:cNvSpPr>
          <p:nvPr>
            <p:ph type="body" sz="quarter" idx="20" hasCustomPrompt="1"/>
          </p:nvPr>
        </p:nvSpPr>
        <p:spPr>
          <a:xfrm>
            <a:off x="8088847" y="1803797"/>
            <a:ext cx="3504661" cy="533003"/>
          </a:xfrm>
        </p:spPr>
        <p:txBody>
          <a:bodyPr/>
          <a:lstStyle>
            <a:lvl1pPr>
              <a:defRPr b="1">
                <a:solidFill>
                  <a:srgbClr val="599A83"/>
                </a:solidFill>
              </a:defRPr>
            </a:lvl1pPr>
          </a:lstStyle>
          <a:p>
            <a:pPr lvl="0"/>
            <a:r>
              <a:rPr lang="en-CA" dirty="0"/>
              <a:t>Subtitle</a:t>
            </a:r>
          </a:p>
        </p:txBody>
      </p:sp>
      <p:pic>
        <p:nvPicPr>
          <p:cNvPr id="15" name="Picture 14"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7" name="Picture 16"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8" name="Slide Number Placeholder 8"/>
          <p:cNvSpPr>
            <a:spLocks noGrp="1"/>
          </p:cNvSpPr>
          <p:nvPr>
            <p:ph type="sldNum" sz="quarter" idx="21"/>
          </p:nvPr>
        </p:nvSpPr>
        <p:spPr>
          <a:xfrm>
            <a:off x="149297" y="6373091"/>
            <a:ext cx="396810" cy="365126"/>
          </a:xfrm>
        </p:spPr>
        <p:txBody>
          <a:bodyPr/>
          <a:lstStyle>
            <a:lvl1pPr>
              <a:defRPr>
                <a:solidFill>
                  <a:schemeClr val="accent3"/>
                </a:solidFill>
              </a:defRPr>
            </a:lvl1pPr>
          </a:lstStyle>
          <a:p>
            <a:fld id="{9292BBE9-3329-4EF1-9736-23291503822A}" type="slidenum">
              <a:rPr lang="en-CA" smtClean="0"/>
              <a:t>‹#›</a:t>
            </a:fld>
            <a:endParaRPr lang="en-CA"/>
          </a:p>
        </p:txBody>
      </p:sp>
    </p:spTree>
    <p:extLst>
      <p:ext uri="{BB962C8B-B14F-4D97-AF65-F5344CB8AC3E}">
        <p14:creationId xmlns:p14="http://schemas.microsoft.com/office/powerpoint/2010/main" val="17565329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6-Point Key Poi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6-column key point slide</a:t>
            </a:r>
            <a:endParaRPr lang="en-US" dirty="0"/>
          </a:p>
        </p:txBody>
      </p:sp>
      <p:sp>
        <p:nvSpPr>
          <p:cNvPr id="14" name="Text Placeholder 5"/>
          <p:cNvSpPr>
            <a:spLocks noGrp="1"/>
          </p:cNvSpPr>
          <p:nvPr>
            <p:ph type="body" sz="quarter" idx="15" hasCustomPrompt="1"/>
          </p:nvPr>
        </p:nvSpPr>
        <p:spPr>
          <a:xfrm>
            <a:off x="609602" y="1803401"/>
            <a:ext cx="3504662" cy="1806853"/>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6" name="Text Placeholder 5"/>
          <p:cNvSpPr>
            <a:spLocks noGrp="1"/>
          </p:cNvSpPr>
          <p:nvPr>
            <p:ph type="body" sz="quarter" idx="16" hasCustomPrompt="1"/>
          </p:nvPr>
        </p:nvSpPr>
        <p:spPr>
          <a:xfrm>
            <a:off x="4355533" y="1803401"/>
            <a:ext cx="3482660" cy="1806853"/>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0" name="Text Placeholder 5"/>
          <p:cNvSpPr>
            <a:spLocks noGrp="1"/>
          </p:cNvSpPr>
          <p:nvPr>
            <p:ph type="body" sz="quarter" idx="17" hasCustomPrompt="1"/>
          </p:nvPr>
        </p:nvSpPr>
        <p:spPr>
          <a:xfrm>
            <a:off x="8088847" y="1803401"/>
            <a:ext cx="3504744" cy="1806853"/>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1" name="Text Placeholder 5"/>
          <p:cNvSpPr>
            <a:spLocks noGrp="1"/>
          </p:cNvSpPr>
          <p:nvPr>
            <p:ph type="body" sz="quarter" idx="18" hasCustomPrompt="1"/>
          </p:nvPr>
        </p:nvSpPr>
        <p:spPr>
          <a:xfrm>
            <a:off x="609602" y="3848101"/>
            <a:ext cx="3504662" cy="1806853"/>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2" name="Text Placeholder 5"/>
          <p:cNvSpPr>
            <a:spLocks noGrp="1"/>
          </p:cNvSpPr>
          <p:nvPr>
            <p:ph type="body" sz="quarter" idx="19" hasCustomPrompt="1"/>
          </p:nvPr>
        </p:nvSpPr>
        <p:spPr>
          <a:xfrm>
            <a:off x="4355533" y="3848101"/>
            <a:ext cx="3482660" cy="1806853"/>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3" name="Text Placeholder 5"/>
          <p:cNvSpPr>
            <a:spLocks noGrp="1"/>
          </p:cNvSpPr>
          <p:nvPr>
            <p:ph type="body" sz="quarter" idx="20" hasCustomPrompt="1"/>
          </p:nvPr>
        </p:nvSpPr>
        <p:spPr>
          <a:xfrm>
            <a:off x="8088847" y="3848101"/>
            <a:ext cx="3504744" cy="1806853"/>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pic>
        <p:nvPicPr>
          <p:cNvPr id="15" name="Picture 14"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7" name="Picture 16"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8" name="Slide Number Placeholder 8"/>
          <p:cNvSpPr>
            <a:spLocks noGrp="1"/>
          </p:cNvSpPr>
          <p:nvPr>
            <p:ph type="sldNum" sz="quarter" idx="21"/>
          </p:nvPr>
        </p:nvSpPr>
        <p:spPr>
          <a:xfrm>
            <a:off x="149297" y="6373091"/>
            <a:ext cx="396810" cy="365126"/>
          </a:xfrm>
        </p:spPr>
        <p:txBody>
          <a:bodyPr/>
          <a:lstStyle>
            <a:lvl1pPr>
              <a:defRPr>
                <a:solidFill>
                  <a:schemeClr val="accent3"/>
                </a:solidFill>
              </a:defRPr>
            </a:lvl1pPr>
          </a:lstStyle>
          <a:p>
            <a:fld id="{9292BBE9-3329-4EF1-9736-23291503822A}" type="slidenum">
              <a:rPr lang="en-CA" smtClean="0"/>
              <a:t>‹#›</a:t>
            </a:fld>
            <a:endParaRPr lang="en-CA"/>
          </a:p>
        </p:txBody>
      </p:sp>
    </p:spTree>
    <p:extLst>
      <p:ext uri="{BB962C8B-B14F-4D97-AF65-F5344CB8AC3E}">
        <p14:creationId xmlns:p14="http://schemas.microsoft.com/office/powerpoint/2010/main" val="41701132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6-Point Key Point w/ Subtitl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6-point key point slide with subtitles</a:t>
            </a:r>
            <a:endParaRPr lang="en-US" dirty="0"/>
          </a:p>
        </p:txBody>
      </p:sp>
      <p:sp>
        <p:nvSpPr>
          <p:cNvPr id="14" name="Text Placeholder 5"/>
          <p:cNvSpPr>
            <a:spLocks noGrp="1"/>
          </p:cNvSpPr>
          <p:nvPr>
            <p:ph type="body" sz="quarter" idx="15" hasCustomPrompt="1"/>
          </p:nvPr>
        </p:nvSpPr>
        <p:spPr>
          <a:xfrm>
            <a:off x="609602" y="2336800"/>
            <a:ext cx="3504662" cy="1273454"/>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6" name="Text Placeholder 5"/>
          <p:cNvSpPr>
            <a:spLocks noGrp="1"/>
          </p:cNvSpPr>
          <p:nvPr>
            <p:ph type="body" sz="quarter" idx="16" hasCustomPrompt="1"/>
          </p:nvPr>
        </p:nvSpPr>
        <p:spPr>
          <a:xfrm>
            <a:off x="4355533" y="2336800"/>
            <a:ext cx="3482660" cy="1273454"/>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0" name="Text Placeholder 5"/>
          <p:cNvSpPr>
            <a:spLocks noGrp="1"/>
          </p:cNvSpPr>
          <p:nvPr>
            <p:ph type="body" sz="quarter" idx="17" hasCustomPrompt="1"/>
          </p:nvPr>
        </p:nvSpPr>
        <p:spPr>
          <a:xfrm>
            <a:off x="8088847" y="2336800"/>
            <a:ext cx="3504744" cy="1273454"/>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1" name="Text Placeholder 5"/>
          <p:cNvSpPr>
            <a:spLocks noGrp="1"/>
          </p:cNvSpPr>
          <p:nvPr>
            <p:ph type="body" sz="quarter" idx="18" hasCustomPrompt="1"/>
          </p:nvPr>
        </p:nvSpPr>
        <p:spPr>
          <a:xfrm>
            <a:off x="609602" y="4393805"/>
            <a:ext cx="3504662" cy="1261149"/>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2" name="Text Placeholder 5"/>
          <p:cNvSpPr>
            <a:spLocks noGrp="1"/>
          </p:cNvSpPr>
          <p:nvPr>
            <p:ph type="body" sz="quarter" idx="19" hasCustomPrompt="1"/>
          </p:nvPr>
        </p:nvSpPr>
        <p:spPr>
          <a:xfrm>
            <a:off x="4355533" y="4393805"/>
            <a:ext cx="3482660" cy="1261149"/>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3" name="Text Placeholder 5"/>
          <p:cNvSpPr>
            <a:spLocks noGrp="1"/>
          </p:cNvSpPr>
          <p:nvPr>
            <p:ph type="body" sz="quarter" idx="20" hasCustomPrompt="1"/>
          </p:nvPr>
        </p:nvSpPr>
        <p:spPr>
          <a:xfrm>
            <a:off x="8088847" y="4393805"/>
            <a:ext cx="3504744" cy="1261149"/>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subject</a:t>
            </a:r>
          </a:p>
        </p:txBody>
      </p:sp>
      <p:sp>
        <p:nvSpPr>
          <p:cNvPr id="17" name="Text Placeholder 6"/>
          <p:cNvSpPr>
            <a:spLocks noGrp="1"/>
          </p:cNvSpPr>
          <p:nvPr>
            <p:ph type="body" sz="quarter" idx="21" hasCustomPrompt="1"/>
          </p:nvPr>
        </p:nvSpPr>
        <p:spPr>
          <a:xfrm>
            <a:off x="609603" y="1803797"/>
            <a:ext cx="3504661" cy="533003"/>
          </a:xfrm>
        </p:spPr>
        <p:txBody>
          <a:bodyPr/>
          <a:lstStyle>
            <a:lvl1pPr>
              <a:defRPr b="1">
                <a:solidFill>
                  <a:srgbClr val="599A83"/>
                </a:solidFill>
              </a:defRPr>
            </a:lvl1pPr>
          </a:lstStyle>
          <a:p>
            <a:pPr lvl="0"/>
            <a:r>
              <a:rPr lang="en-CA" dirty="0"/>
              <a:t>Subtitle</a:t>
            </a:r>
          </a:p>
        </p:txBody>
      </p:sp>
      <p:sp>
        <p:nvSpPr>
          <p:cNvPr id="18" name="Text Placeholder 6"/>
          <p:cNvSpPr>
            <a:spLocks noGrp="1"/>
          </p:cNvSpPr>
          <p:nvPr>
            <p:ph type="body" sz="quarter" idx="22" hasCustomPrompt="1"/>
          </p:nvPr>
        </p:nvSpPr>
        <p:spPr>
          <a:xfrm>
            <a:off x="4355533" y="1803797"/>
            <a:ext cx="3482660" cy="533003"/>
          </a:xfrm>
        </p:spPr>
        <p:txBody>
          <a:bodyPr/>
          <a:lstStyle>
            <a:lvl1pPr>
              <a:defRPr b="1">
                <a:solidFill>
                  <a:srgbClr val="599A83"/>
                </a:solidFill>
              </a:defRPr>
            </a:lvl1pPr>
          </a:lstStyle>
          <a:p>
            <a:pPr lvl="0"/>
            <a:r>
              <a:rPr lang="en-CA" dirty="0"/>
              <a:t>Subtitle</a:t>
            </a:r>
          </a:p>
        </p:txBody>
      </p:sp>
      <p:sp>
        <p:nvSpPr>
          <p:cNvPr id="19" name="Text Placeholder 6"/>
          <p:cNvSpPr>
            <a:spLocks noGrp="1"/>
          </p:cNvSpPr>
          <p:nvPr>
            <p:ph type="body" sz="quarter" idx="23" hasCustomPrompt="1"/>
          </p:nvPr>
        </p:nvSpPr>
        <p:spPr>
          <a:xfrm>
            <a:off x="8088847" y="1803797"/>
            <a:ext cx="3504661" cy="533003"/>
          </a:xfrm>
        </p:spPr>
        <p:txBody>
          <a:bodyPr/>
          <a:lstStyle>
            <a:lvl1pPr>
              <a:defRPr b="1">
                <a:solidFill>
                  <a:srgbClr val="599A83"/>
                </a:solidFill>
              </a:defRPr>
            </a:lvl1pPr>
          </a:lstStyle>
          <a:p>
            <a:pPr lvl="0"/>
            <a:r>
              <a:rPr lang="en-CA" dirty="0"/>
              <a:t>Subtitle</a:t>
            </a:r>
          </a:p>
        </p:txBody>
      </p:sp>
      <p:sp>
        <p:nvSpPr>
          <p:cNvPr id="20" name="Text Placeholder 6"/>
          <p:cNvSpPr>
            <a:spLocks noGrp="1"/>
          </p:cNvSpPr>
          <p:nvPr>
            <p:ph type="body" sz="quarter" idx="24" hasCustomPrompt="1"/>
          </p:nvPr>
        </p:nvSpPr>
        <p:spPr>
          <a:xfrm>
            <a:off x="609603" y="3860802"/>
            <a:ext cx="3504661" cy="533003"/>
          </a:xfrm>
        </p:spPr>
        <p:txBody>
          <a:bodyPr/>
          <a:lstStyle>
            <a:lvl1pPr>
              <a:defRPr b="1">
                <a:solidFill>
                  <a:srgbClr val="599A83"/>
                </a:solidFill>
              </a:defRPr>
            </a:lvl1pPr>
          </a:lstStyle>
          <a:p>
            <a:pPr lvl="0"/>
            <a:r>
              <a:rPr lang="en-CA" dirty="0"/>
              <a:t>Subtitle</a:t>
            </a:r>
          </a:p>
        </p:txBody>
      </p:sp>
      <p:sp>
        <p:nvSpPr>
          <p:cNvPr id="21" name="Text Placeholder 6"/>
          <p:cNvSpPr>
            <a:spLocks noGrp="1"/>
          </p:cNvSpPr>
          <p:nvPr>
            <p:ph type="body" sz="quarter" idx="25" hasCustomPrompt="1"/>
          </p:nvPr>
        </p:nvSpPr>
        <p:spPr>
          <a:xfrm>
            <a:off x="4355533" y="3860802"/>
            <a:ext cx="3482660" cy="533003"/>
          </a:xfrm>
        </p:spPr>
        <p:txBody>
          <a:bodyPr/>
          <a:lstStyle>
            <a:lvl1pPr>
              <a:defRPr b="1">
                <a:solidFill>
                  <a:srgbClr val="599A83"/>
                </a:solidFill>
              </a:defRPr>
            </a:lvl1pPr>
          </a:lstStyle>
          <a:p>
            <a:pPr lvl="0"/>
            <a:r>
              <a:rPr lang="en-CA" dirty="0"/>
              <a:t>Subtitle</a:t>
            </a:r>
          </a:p>
        </p:txBody>
      </p:sp>
      <p:sp>
        <p:nvSpPr>
          <p:cNvPr id="22" name="Text Placeholder 6"/>
          <p:cNvSpPr>
            <a:spLocks noGrp="1"/>
          </p:cNvSpPr>
          <p:nvPr>
            <p:ph type="body" sz="quarter" idx="26" hasCustomPrompt="1"/>
          </p:nvPr>
        </p:nvSpPr>
        <p:spPr>
          <a:xfrm>
            <a:off x="8088847" y="3860802"/>
            <a:ext cx="3504661" cy="533003"/>
          </a:xfrm>
        </p:spPr>
        <p:txBody>
          <a:bodyPr/>
          <a:lstStyle>
            <a:lvl1pPr>
              <a:defRPr b="1">
                <a:solidFill>
                  <a:srgbClr val="599A83"/>
                </a:solidFill>
              </a:defRPr>
            </a:lvl1pPr>
          </a:lstStyle>
          <a:p>
            <a:pPr lvl="0"/>
            <a:r>
              <a:rPr lang="en-CA" dirty="0"/>
              <a:t>Subtitle</a:t>
            </a:r>
          </a:p>
        </p:txBody>
      </p:sp>
      <p:pic>
        <p:nvPicPr>
          <p:cNvPr id="23" name="Picture 22"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24" name="Picture 23"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25" name="Slide Number Placeholder 8"/>
          <p:cNvSpPr>
            <a:spLocks noGrp="1"/>
          </p:cNvSpPr>
          <p:nvPr>
            <p:ph type="sldNum" sz="quarter" idx="27"/>
          </p:nvPr>
        </p:nvSpPr>
        <p:spPr>
          <a:xfrm>
            <a:off x="149297" y="6373091"/>
            <a:ext cx="396810" cy="365126"/>
          </a:xfrm>
        </p:spPr>
        <p:txBody>
          <a:bodyPr/>
          <a:lstStyle>
            <a:lvl1pPr>
              <a:defRPr>
                <a:solidFill>
                  <a:schemeClr val="accent3"/>
                </a:solidFill>
              </a:defRPr>
            </a:lvl1pPr>
          </a:lstStyle>
          <a:p>
            <a:fld id="{9292BBE9-3329-4EF1-9736-23291503822A}" type="slidenum">
              <a:rPr lang="en-CA" smtClean="0"/>
              <a:t>‹#›</a:t>
            </a:fld>
            <a:endParaRPr lang="en-CA"/>
          </a:p>
        </p:txBody>
      </p:sp>
    </p:spTree>
    <p:extLst>
      <p:ext uri="{BB962C8B-B14F-4D97-AF65-F5344CB8AC3E}">
        <p14:creationId xmlns:p14="http://schemas.microsoft.com/office/powerpoint/2010/main" val="9806169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Col Bulk Content w/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1-column bulk content slide for long content.</a:t>
            </a:r>
            <a:endParaRPr lang="en-US" dirty="0"/>
          </a:p>
        </p:txBody>
      </p:sp>
      <p:sp>
        <p:nvSpPr>
          <p:cNvPr id="12" name="Text Placeholder 5"/>
          <p:cNvSpPr>
            <a:spLocks noGrp="1"/>
          </p:cNvSpPr>
          <p:nvPr>
            <p:ph type="body" sz="quarter" idx="15" hasCustomPrompt="1"/>
          </p:nvPr>
        </p:nvSpPr>
        <p:spPr>
          <a:xfrm>
            <a:off x="609602" y="1803401"/>
            <a:ext cx="8710984" cy="3848100"/>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solidFill>
                  <a:srgbClr val="599A83"/>
                </a:solidFill>
              </a:defRPr>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1" name="Text Placeholder 9"/>
          <p:cNvSpPr>
            <a:spLocks noGrp="1"/>
          </p:cNvSpPr>
          <p:nvPr>
            <p:ph type="body" sz="quarter" idx="14" hasCustomPrompt="1"/>
          </p:nvPr>
        </p:nvSpPr>
        <p:spPr>
          <a:xfrm>
            <a:off x="9827671" y="551258"/>
            <a:ext cx="1754730" cy="5100242"/>
          </a:xfrm>
        </p:spPr>
        <p:txBody>
          <a:bodyPr/>
          <a:lstStyle>
            <a:lvl1pPr>
              <a:spcBef>
                <a:spcPts val="1275"/>
              </a:spcBef>
              <a:defRPr sz="1575">
                <a:solidFill>
                  <a:srgbClr val="599A83"/>
                </a:solidFill>
              </a:defRPr>
            </a:lvl1pPr>
          </a:lstStyle>
          <a:p>
            <a:pPr lvl="0"/>
            <a:r>
              <a:rPr lang="en-CA" dirty="0"/>
              <a:t>An optional annotation or extra information text box</a:t>
            </a:r>
            <a:endParaRPr lang="en-US" dirty="0"/>
          </a:p>
        </p:txBody>
      </p:sp>
      <p:pic>
        <p:nvPicPr>
          <p:cNvPr id="13" name="Picture 12"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4" name="Picture 13"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5"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9292BBE9-3329-4EF1-9736-23291503822A}" type="slidenum">
              <a:rPr lang="en-CA" smtClean="0"/>
              <a:t>‹#›</a:t>
            </a:fld>
            <a:endParaRPr lang="en-CA"/>
          </a:p>
        </p:txBody>
      </p:sp>
    </p:spTree>
    <p:extLst>
      <p:ext uri="{BB962C8B-B14F-4D97-AF65-F5344CB8AC3E}">
        <p14:creationId xmlns:p14="http://schemas.microsoft.com/office/powerpoint/2010/main" val="26185477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Col Bulk Content, No Title">
    <p:bg>
      <p:bgPr>
        <a:solidFill>
          <a:schemeClr val="bg1"/>
        </a:solidFill>
        <a:effectLst/>
      </p:bgPr>
    </p:bg>
    <p:spTree>
      <p:nvGrpSpPr>
        <p:cNvPr id="1" name=""/>
        <p:cNvGrpSpPr/>
        <p:nvPr/>
      </p:nvGrpSpPr>
      <p:grpSpPr>
        <a:xfrm>
          <a:off x="0" y="0"/>
          <a:ext cx="0" cy="0"/>
          <a:chOff x="0" y="0"/>
          <a:chExt cx="0" cy="0"/>
        </a:xfrm>
      </p:grpSpPr>
      <p:sp>
        <p:nvSpPr>
          <p:cNvPr id="11" name="Text Placeholder 5"/>
          <p:cNvSpPr>
            <a:spLocks noGrp="1"/>
          </p:cNvSpPr>
          <p:nvPr>
            <p:ph type="body" sz="quarter" idx="15" hasCustomPrompt="1"/>
          </p:nvPr>
        </p:nvSpPr>
        <p:spPr>
          <a:xfrm>
            <a:off x="609602" y="495299"/>
            <a:ext cx="8710984" cy="5156202"/>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solidFill>
                  <a:srgbClr val="599A83"/>
                </a:solidFill>
              </a:defRPr>
            </a:lvl4pPr>
          </a:lstStyle>
          <a:p>
            <a:pPr lvl="0"/>
            <a:r>
              <a:rPr lang="en-CA" dirty="0"/>
              <a:t>This is a 1-column bulk content slide without a title. 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3" name="Text Placeholder 9"/>
          <p:cNvSpPr>
            <a:spLocks noGrp="1"/>
          </p:cNvSpPr>
          <p:nvPr>
            <p:ph type="body" sz="quarter" idx="14" hasCustomPrompt="1"/>
          </p:nvPr>
        </p:nvSpPr>
        <p:spPr>
          <a:xfrm>
            <a:off x="9827671" y="551258"/>
            <a:ext cx="1754730" cy="5100242"/>
          </a:xfrm>
        </p:spPr>
        <p:txBody>
          <a:bodyPr/>
          <a:lstStyle>
            <a:lvl1pPr>
              <a:spcBef>
                <a:spcPts val="1275"/>
              </a:spcBef>
              <a:defRPr sz="1575">
                <a:solidFill>
                  <a:srgbClr val="599A83"/>
                </a:solidFill>
              </a:defRPr>
            </a:lvl1pPr>
          </a:lstStyle>
          <a:p>
            <a:pPr lvl="0"/>
            <a:r>
              <a:rPr lang="en-CA" dirty="0"/>
              <a:t>An optional annotation or extra information text box</a:t>
            </a:r>
            <a:endParaRPr lang="en-US" dirty="0"/>
          </a:p>
        </p:txBody>
      </p:sp>
      <p:pic>
        <p:nvPicPr>
          <p:cNvPr id="14" name="Picture 13"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5" name="Picture 14"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6"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9292BBE9-3329-4EF1-9736-23291503822A}" type="slidenum">
              <a:rPr lang="en-CA" smtClean="0"/>
              <a:t>‹#›</a:t>
            </a:fld>
            <a:endParaRPr lang="en-CA"/>
          </a:p>
        </p:txBody>
      </p:sp>
    </p:spTree>
    <p:extLst>
      <p:ext uri="{BB962C8B-B14F-4D97-AF65-F5344CB8AC3E}">
        <p14:creationId xmlns:p14="http://schemas.microsoft.com/office/powerpoint/2010/main" val="33880584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Col Bulk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2-column bulk content slide for long content.</a:t>
            </a:r>
            <a:endParaRPr lang="en-US" dirty="0"/>
          </a:p>
        </p:txBody>
      </p:sp>
      <p:sp>
        <p:nvSpPr>
          <p:cNvPr id="12" name="Text Placeholder 5"/>
          <p:cNvSpPr>
            <a:spLocks noGrp="1"/>
          </p:cNvSpPr>
          <p:nvPr>
            <p:ph type="body" sz="quarter" idx="15" hasCustomPrompt="1"/>
          </p:nvPr>
        </p:nvSpPr>
        <p:spPr>
          <a:xfrm>
            <a:off x="609602" y="2336799"/>
            <a:ext cx="5371319" cy="3314701"/>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4" name="Text Placeholder 5"/>
          <p:cNvSpPr>
            <a:spLocks noGrp="1"/>
          </p:cNvSpPr>
          <p:nvPr>
            <p:ph type="body" sz="quarter" idx="18" hasCustomPrompt="1"/>
          </p:nvPr>
        </p:nvSpPr>
        <p:spPr>
          <a:xfrm>
            <a:off x="6222269" y="2336799"/>
            <a:ext cx="5360131" cy="3314701"/>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5" name="Text Placeholder 6"/>
          <p:cNvSpPr>
            <a:spLocks noGrp="1"/>
          </p:cNvSpPr>
          <p:nvPr>
            <p:ph type="body" sz="quarter" idx="21" hasCustomPrompt="1"/>
          </p:nvPr>
        </p:nvSpPr>
        <p:spPr>
          <a:xfrm>
            <a:off x="609602" y="1803797"/>
            <a:ext cx="5371318" cy="533003"/>
          </a:xfrm>
        </p:spPr>
        <p:txBody>
          <a:bodyPr/>
          <a:lstStyle>
            <a:lvl1pPr>
              <a:defRPr sz="1575" b="1" baseline="0">
                <a:solidFill>
                  <a:srgbClr val="599A83"/>
                </a:solidFill>
              </a:defRPr>
            </a:lvl1pPr>
          </a:lstStyle>
          <a:p>
            <a:pPr lvl="0"/>
            <a:r>
              <a:rPr lang="en-CA" dirty="0"/>
              <a:t>Bulk content columns always have subtitles</a:t>
            </a:r>
          </a:p>
        </p:txBody>
      </p:sp>
      <p:sp>
        <p:nvSpPr>
          <p:cNvPr id="16" name="Text Placeholder 6"/>
          <p:cNvSpPr>
            <a:spLocks noGrp="1"/>
          </p:cNvSpPr>
          <p:nvPr>
            <p:ph type="body" sz="quarter" idx="22" hasCustomPrompt="1"/>
          </p:nvPr>
        </p:nvSpPr>
        <p:spPr>
          <a:xfrm>
            <a:off x="6222268" y="1803797"/>
            <a:ext cx="5360131" cy="533003"/>
          </a:xfrm>
        </p:spPr>
        <p:txBody>
          <a:bodyPr/>
          <a:lstStyle>
            <a:lvl1pPr>
              <a:defRPr sz="1575" b="1">
                <a:solidFill>
                  <a:srgbClr val="599A83"/>
                </a:solidFill>
              </a:defRPr>
            </a:lvl1pPr>
          </a:lstStyle>
          <a:p>
            <a:pPr lvl="0"/>
            <a:r>
              <a:rPr lang="en-CA" dirty="0"/>
              <a:t>Bulk content columns always have subtitles</a:t>
            </a:r>
          </a:p>
        </p:txBody>
      </p:sp>
      <p:pic>
        <p:nvPicPr>
          <p:cNvPr id="17" name="Picture 16"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8" name="Picture 17"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9"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9292BBE9-3329-4EF1-9736-23291503822A}" type="slidenum">
              <a:rPr lang="en-CA" smtClean="0"/>
              <a:t>‹#›</a:t>
            </a:fld>
            <a:endParaRPr lang="en-CA"/>
          </a:p>
        </p:txBody>
      </p:sp>
    </p:spTree>
    <p:extLst>
      <p:ext uri="{BB962C8B-B14F-4D97-AF65-F5344CB8AC3E}">
        <p14:creationId xmlns:p14="http://schemas.microsoft.com/office/powerpoint/2010/main" val="28866422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3-Col Bulk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3-column bulk content slide for long content.</a:t>
            </a:r>
            <a:endParaRPr lang="en-US" dirty="0"/>
          </a:p>
        </p:txBody>
      </p:sp>
      <p:sp>
        <p:nvSpPr>
          <p:cNvPr id="12" name="Text Placeholder 5"/>
          <p:cNvSpPr>
            <a:spLocks noGrp="1"/>
          </p:cNvSpPr>
          <p:nvPr>
            <p:ph type="body" sz="quarter" idx="15" hasCustomPrompt="1"/>
          </p:nvPr>
        </p:nvSpPr>
        <p:spPr>
          <a:xfrm>
            <a:off x="609602" y="2336799"/>
            <a:ext cx="3504662" cy="3314701"/>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4" name="Text Placeholder 5"/>
          <p:cNvSpPr>
            <a:spLocks noGrp="1"/>
          </p:cNvSpPr>
          <p:nvPr>
            <p:ph type="body" sz="quarter" idx="18" hasCustomPrompt="1"/>
          </p:nvPr>
        </p:nvSpPr>
        <p:spPr>
          <a:xfrm>
            <a:off x="8088848" y="2336799"/>
            <a:ext cx="3493552" cy="3314701"/>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5" name="Text Placeholder 6"/>
          <p:cNvSpPr>
            <a:spLocks noGrp="1"/>
          </p:cNvSpPr>
          <p:nvPr>
            <p:ph type="body" sz="quarter" idx="21" hasCustomPrompt="1"/>
          </p:nvPr>
        </p:nvSpPr>
        <p:spPr>
          <a:xfrm>
            <a:off x="609603" y="1803797"/>
            <a:ext cx="3504661" cy="533003"/>
          </a:xfrm>
        </p:spPr>
        <p:txBody>
          <a:bodyPr/>
          <a:lstStyle>
            <a:lvl1pPr>
              <a:defRPr sz="1575" b="1" baseline="0">
                <a:solidFill>
                  <a:srgbClr val="599A83"/>
                </a:solidFill>
              </a:defRPr>
            </a:lvl1pPr>
          </a:lstStyle>
          <a:p>
            <a:pPr lvl="0"/>
            <a:r>
              <a:rPr lang="en-CA" dirty="0"/>
              <a:t>Bulk content columns always have subtitles</a:t>
            </a:r>
          </a:p>
        </p:txBody>
      </p:sp>
      <p:sp>
        <p:nvSpPr>
          <p:cNvPr id="16" name="Text Placeholder 6"/>
          <p:cNvSpPr>
            <a:spLocks noGrp="1"/>
          </p:cNvSpPr>
          <p:nvPr>
            <p:ph type="body" sz="quarter" idx="22" hasCustomPrompt="1"/>
          </p:nvPr>
        </p:nvSpPr>
        <p:spPr>
          <a:xfrm>
            <a:off x="8088847" y="1803797"/>
            <a:ext cx="3493552" cy="533003"/>
          </a:xfrm>
        </p:spPr>
        <p:txBody>
          <a:bodyPr/>
          <a:lstStyle>
            <a:lvl1pPr>
              <a:defRPr sz="1575" b="1">
                <a:solidFill>
                  <a:srgbClr val="599A83"/>
                </a:solidFill>
              </a:defRPr>
            </a:lvl1pPr>
          </a:lstStyle>
          <a:p>
            <a:pPr lvl="0"/>
            <a:r>
              <a:rPr lang="en-CA" dirty="0"/>
              <a:t>Bulk content columns always have subtitles</a:t>
            </a:r>
          </a:p>
        </p:txBody>
      </p:sp>
      <p:sp>
        <p:nvSpPr>
          <p:cNvPr id="17" name="Text Placeholder 5"/>
          <p:cNvSpPr>
            <a:spLocks noGrp="1"/>
          </p:cNvSpPr>
          <p:nvPr>
            <p:ph type="body" sz="quarter" idx="24" hasCustomPrompt="1"/>
          </p:nvPr>
        </p:nvSpPr>
        <p:spPr>
          <a:xfrm>
            <a:off x="4355535" y="2336799"/>
            <a:ext cx="3482658" cy="3314701"/>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8" name="Text Placeholder 6"/>
          <p:cNvSpPr>
            <a:spLocks noGrp="1"/>
          </p:cNvSpPr>
          <p:nvPr>
            <p:ph type="body" sz="quarter" idx="25" hasCustomPrompt="1"/>
          </p:nvPr>
        </p:nvSpPr>
        <p:spPr>
          <a:xfrm>
            <a:off x="4355534" y="1803797"/>
            <a:ext cx="3482658" cy="533003"/>
          </a:xfrm>
        </p:spPr>
        <p:txBody>
          <a:bodyPr/>
          <a:lstStyle>
            <a:lvl1pPr>
              <a:defRPr sz="1575" b="1">
                <a:solidFill>
                  <a:srgbClr val="599A83"/>
                </a:solidFill>
              </a:defRPr>
            </a:lvl1pPr>
          </a:lstStyle>
          <a:p>
            <a:pPr lvl="0"/>
            <a:r>
              <a:rPr lang="en-CA" dirty="0"/>
              <a:t>Bulk content columns always have subtitles</a:t>
            </a:r>
          </a:p>
        </p:txBody>
      </p:sp>
      <p:pic>
        <p:nvPicPr>
          <p:cNvPr id="19" name="Picture 18"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20" name="Picture 19"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21"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9292BBE9-3329-4EF1-9736-23291503822A}" type="slidenum">
              <a:rPr lang="en-CA" smtClean="0"/>
              <a:t>‹#›</a:t>
            </a:fld>
            <a:endParaRPr lang="en-CA"/>
          </a:p>
        </p:txBody>
      </p:sp>
    </p:spTree>
    <p:extLst>
      <p:ext uri="{BB962C8B-B14F-4D97-AF65-F5344CB8AC3E}">
        <p14:creationId xmlns:p14="http://schemas.microsoft.com/office/powerpoint/2010/main" val="37751258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6-Point Bulk Content">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30" hasCustomPrompt="1"/>
          </p:nvPr>
        </p:nvSpPr>
        <p:spPr>
          <a:xfrm>
            <a:off x="609602" y="4393804"/>
            <a:ext cx="3504662" cy="1273454"/>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out for ample reading – never when using this as supporting slides for a stand-up presentation. </a:t>
            </a:r>
          </a:p>
        </p:txBody>
      </p:sp>
      <p:sp>
        <p:nvSpPr>
          <p:cNvPr id="28" name="Text Placeholder 5"/>
          <p:cNvSpPr>
            <a:spLocks noGrp="1"/>
          </p:cNvSpPr>
          <p:nvPr>
            <p:ph type="body" sz="quarter" idx="31" hasCustomPrompt="1"/>
          </p:nvPr>
        </p:nvSpPr>
        <p:spPr>
          <a:xfrm>
            <a:off x="8088848" y="4393804"/>
            <a:ext cx="3493552" cy="1273454"/>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out for ample reading – never when using this as supporting slides for a stand-up presentation. </a:t>
            </a:r>
          </a:p>
        </p:txBody>
      </p:sp>
      <p:sp>
        <p:nvSpPr>
          <p:cNvPr id="29" name="Text Placeholder 6"/>
          <p:cNvSpPr>
            <a:spLocks noGrp="1"/>
          </p:cNvSpPr>
          <p:nvPr>
            <p:ph type="body" sz="quarter" idx="32" hasCustomPrompt="1"/>
          </p:nvPr>
        </p:nvSpPr>
        <p:spPr>
          <a:xfrm>
            <a:off x="609603" y="3860802"/>
            <a:ext cx="3504661" cy="533003"/>
          </a:xfrm>
        </p:spPr>
        <p:txBody>
          <a:bodyPr/>
          <a:lstStyle>
            <a:lvl1pPr>
              <a:defRPr sz="1575" b="1" baseline="0">
                <a:solidFill>
                  <a:srgbClr val="599A83"/>
                </a:solidFill>
              </a:defRPr>
            </a:lvl1pPr>
          </a:lstStyle>
          <a:p>
            <a:pPr lvl="0"/>
            <a:r>
              <a:rPr lang="en-CA" dirty="0"/>
              <a:t>Bulk content columns always have subtitles</a:t>
            </a:r>
          </a:p>
        </p:txBody>
      </p:sp>
      <p:sp>
        <p:nvSpPr>
          <p:cNvPr id="30" name="Text Placeholder 6"/>
          <p:cNvSpPr>
            <a:spLocks noGrp="1"/>
          </p:cNvSpPr>
          <p:nvPr>
            <p:ph type="body" sz="quarter" idx="33" hasCustomPrompt="1"/>
          </p:nvPr>
        </p:nvSpPr>
        <p:spPr>
          <a:xfrm>
            <a:off x="8088847" y="3860802"/>
            <a:ext cx="3493552" cy="533003"/>
          </a:xfrm>
        </p:spPr>
        <p:txBody>
          <a:bodyPr/>
          <a:lstStyle>
            <a:lvl1pPr>
              <a:defRPr sz="1575" b="1">
                <a:solidFill>
                  <a:srgbClr val="599A83"/>
                </a:solidFill>
              </a:defRPr>
            </a:lvl1pPr>
          </a:lstStyle>
          <a:p>
            <a:pPr lvl="0"/>
            <a:r>
              <a:rPr lang="en-CA" dirty="0"/>
              <a:t>Bulk content columns always have subtitles</a:t>
            </a:r>
          </a:p>
        </p:txBody>
      </p:sp>
      <p:sp>
        <p:nvSpPr>
          <p:cNvPr id="31" name="Text Placeholder 5"/>
          <p:cNvSpPr>
            <a:spLocks noGrp="1"/>
          </p:cNvSpPr>
          <p:nvPr>
            <p:ph type="body" sz="quarter" idx="34" hasCustomPrompt="1"/>
          </p:nvPr>
        </p:nvSpPr>
        <p:spPr>
          <a:xfrm>
            <a:off x="4355535" y="4393804"/>
            <a:ext cx="3482658" cy="1273454"/>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out for ample reading – never when using this as supporting slides for a stand-up presentation. </a:t>
            </a:r>
          </a:p>
        </p:txBody>
      </p:sp>
      <p:sp>
        <p:nvSpPr>
          <p:cNvPr id="32" name="Text Placeholder 6"/>
          <p:cNvSpPr>
            <a:spLocks noGrp="1"/>
          </p:cNvSpPr>
          <p:nvPr>
            <p:ph type="body" sz="quarter" idx="35" hasCustomPrompt="1"/>
          </p:nvPr>
        </p:nvSpPr>
        <p:spPr>
          <a:xfrm>
            <a:off x="4355534" y="3860802"/>
            <a:ext cx="3482658" cy="533003"/>
          </a:xfrm>
        </p:spPr>
        <p:txBody>
          <a:bodyPr/>
          <a:lstStyle>
            <a:lvl1pPr>
              <a:defRPr sz="1575" b="1">
                <a:solidFill>
                  <a:srgbClr val="599A83"/>
                </a:solidFill>
              </a:defRPr>
            </a:lvl1pPr>
          </a:lstStyle>
          <a:p>
            <a:pPr lvl="0"/>
            <a:r>
              <a:rPr lang="en-CA" dirty="0"/>
              <a:t>Bulk content columns always have subtitles</a:t>
            </a:r>
          </a:p>
        </p:txBody>
      </p:sp>
      <p:sp>
        <p:nvSpPr>
          <p:cNvPr id="2"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6-point bulk content slide for long content.</a:t>
            </a:r>
            <a:endParaRPr lang="en-US" dirty="0"/>
          </a:p>
        </p:txBody>
      </p:sp>
      <p:sp>
        <p:nvSpPr>
          <p:cNvPr id="12" name="Text Placeholder 5"/>
          <p:cNvSpPr>
            <a:spLocks noGrp="1"/>
          </p:cNvSpPr>
          <p:nvPr>
            <p:ph type="body" sz="quarter" idx="15" hasCustomPrompt="1"/>
          </p:nvPr>
        </p:nvSpPr>
        <p:spPr>
          <a:xfrm>
            <a:off x="609602" y="2336800"/>
            <a:ext cx="3504662" cy="1273454"/>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out for ample reading – never when using this as supporting slides for a stand-up presentation. </a:t>
            </a:r>
          </a:p>
        </p:txBody>
      </p:sp>
      <p:sp>
        <p:nvSpPr>
          <p:cNvPr id="14" name="Text Placeholder 5"/>
          <p:cNvSpPr>
            <a:spLocks noGrp="1"/>
          </p:cNvSpPr>
          <p:nvPr>
            <p:ph type="body" sz="quarter" idx="18" hasCustomPrompt="1"/>
          </p:nvPr>
        </p:nvSpPr>
        <p:spPr>
          <a:xfrm>
            <a:off x="8088848" y="2336800"/>
            <a:ext cx="3493552" cy="1273454"/>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out for ample reading – never when using this as supporting slides for a stand-up presentation. </a:t>
            </a:r>
          </a:p>
        </p:txBody>
      </p:sp>
      <p:sp>
        <p:nvSpPr>
          <p:cNvPr id="15" name="Text Placeholder 6"/>
          <p:cNvSpPr>
            <a:spLocks noGrp="1"/>
          </p:cNvSpPr>
          <p:nvPr>
            <p:ph type="body" sz="quarter" idx="21" hasCustomPrompt="1"/>
          </p:nvPr>
        </p:nvSpPr>
        <p:spPr>
          <a:xfrm>
            <a:off x="609603" y="1803797"/>
            <a:ext cx="3504661" cy="533003"/>
          </a:xfrm>
        </p:spPr>
        <p:txBody>
          <a:bodyPr/>
          <a:lstStyle>
            <a:lvl1pPr>
              <a:defRPr sz="1575" b="1" baseline="0">
                <a:solidFill>
                  <a:srgbClr val="599A83"/>
                </a:solidFill>
              </a:defRPr>
            </a:lvl1pPr>
          </a:lstStyle>
          <a:p>
            <a:pPr lvl="0"/>
            <a:r>
              <a:rPr lang="en-CA" dirty="0"/>
              <a:t>Bulk content columns always have subtitles</a:t>
            </a:r>
          </a:p>
        </p:txBody>
      </p:sp>
      <p:sp>
        <p:nvSpPr>
          <p:cNvPr id="16" name="Text Placeholder 6"/>
          <p:cNvSpPr>
            <a:spLocks noGrp="1"/>
          </p:cNvSpPr>
          <p:nvPr>
            <p:ph type="body" sz="quarter" idx="22" hasCustomPrompt="1"/>
          </p:nvPr>
        </p:nvSpPr>
        <p:spPr>
          <a:xfrm>
            <a:off x="8088847" y="1803797"/>
            <a:ext cx="3493552" cy="533003"/>
          </a:xfrm>
        </p:spPr>
        <p:txBody>
          <a:bodyPr/>
          <a:lstStyle>
            <a:lvl1pPr>
              <a:defRPr sz="1575" b="1">
                <a:solidFill>
                  <a:srgbClr val="599A83"/>
                </a:solidFill>
              </a:defRPr>
            </a:lvl1pPr>
          </a:lstStyle>
          <a:p>
            <a:pPr lvl="0"/>
            <a:r>
              <a:rPr lang="en-CA" dirty="0"/>
              <a:t>Bulk content columns always have subtitles</a:t>
            </a:r>
          </a:p>
        </p:txBody>
      </p:sp>
      <p:sp>
        <p:nvSpPr>
          <p:cNvPr id="17" name="Text Placeholder 5"/>
          <p:cNvSpPr>
            <a:spLocks noGrp="1"/>
          </p:cNvSpPr>
          <p:nvPr>
            <p:ph type="body" sz="quarter" idx="24" hasCustomPrompt="1"/>
          </p:nvPr>
        </p:nvSpPr>
        <p:spPr>
          <a:xfrm>
            <a:off x="4355535" y="2336800"/>
            <a:ext cx="3482658" cy="1273454"/>
          </a:xfrm>
        </p:spPr>
        <p:txBody>
          <a:bodyPr/>
          <a:lstStyle>
            <a:lvl1pPr>
              <a:spcBef>
                <a:spcPts val="1278"/>
              </a:spcBef>
              <a:defRPr sz="1575" baseline="0"/>
            </a:lvl1pPr>
            <a:lvl2pPr>
              <a:defRPr sz="1575"/>
            </a:lvl2pPr>
            <a:lvl3pPr marL="1515073" indent="-342854">
              <a:buFont typeface="Arial"/>
              <a:buChar char="•"/>
              <a:defRPr sz="1575"/>
            </a:lvl3pPr>
            <a:lvl4pPr>
              <a:spcBef>
                <a:spcPts val="675"/>
              </a:spcBef>
              <a:defRPr sz="1200"/>
            </a:lvl4pPr>
          </a:lstStyle>
          <a:p>
            <a:pPr lvl="0"/>
            <a:r>
              <a:rPr lang="en-CA" dirty="0"/>
              <a:t>Click to edit content. Use this slide only for presentations that are being sent out for ample reading – never when using this as supporting slides for a stand-up presentation. </a:t>
            </a:r>
          </a:p>
        </p:txBody>
      </p:sp>
      <p:sp>
        <p:nvSpPr>
          <p:cNvPr id="18" name="Text Placeholder 6"/>
          <p:cNvSpPr>
            <a:spLocks noGrp="1"/>
          </p:cNvSpPr>
          <p:nvPr>
            <p:ph type="body" sz="quarter" idx="25" hasCustomPrompt="1"/>
          </p:nvPr>
        </p:nvSpPr>
        <p:spPr>
          <a:xfrm>
            <a:off x="4355534" y="1803797"/>
            <a:ext cx="3482658" cy="533003"/>
          </a:xfrm>
        </p:spPr>
        <p:txBody>
          <a:bodyPr/>
          <a:lstStyle>
            <a:lvl1pPr>
              <a:defRPr sz="1575" b="1">
                <a:solidFill>
                  <a:srgbClr val="599A83"/>
                </a:solidFill>
              </a:defRPr>
            </a:lvl1pPr>
          </a:lstStyle>
          <a:p>
            <a:pPr lvl="0"/>
            <a:r>
              <a:rPr lang="en-CA" dirty="0"/>
              <a:t>Bulk content columns always have subtitles</a:t>
            </a:r>
          </a:p>
        </p:txBody>
      </p:sp>
      <p:pic>
        <p:nvPicPr>
          <p:cNvPr id="33" name="Picture 32"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34" name="Picture 33"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35"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9292BBE9-3329-4EF1-9736-23291503822A}" type="slidenum">
              <a:rPr lang="en-CA" smtClean="0"/>
              <a:t>‹#›</a:t>
            </a:fld>
            <a:endParaRPr lang="en-CA"/>
          </a:p>
        </p:txBody>
      </p:sp>
    </p:spTree>
    <p:extLst>
      <p:ext uri="{BB962C8B-B14F-4D97-AF65-F5344CB8AC3E}">
        <p14:creationId xmlns:p14="http://schemas.microsoft.com/office/powerpoint/2010/main" val="18401698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Key Numbers Large">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18" hasCustomPrompt="1"/>
          </p:nvPr>
        </p:nvSpPr>
        <p:spPr>
          <a:xfrm>
            <a:off x="609602" y="2895600"/>
            <a:ext cx="3504662" cy="2759354"/>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the figure above.</a:t>
            </a:r>
          </a:p>
        </p:txBody>
      </p:sp>
      <p:sp>
        <p:nvSpPr>
          <p:cNvPr id="23" name="Text Placeholder 5"/>
          <p:cNvSpPr>
            <a:spLocks noGrp="1"/>
          </p:cNvSpPr>
          <p:nvPr>
            <p:ph type="body" sz="quarter" idx="19" hasCustomPrompt="1"/>
          </p:nvPr>
        </p:nvSpPr>
        <p:spPr>
          <a:xfrm>
            <a:off x="4355533" y="2895600"/>
            <a:ext cx="3482660" cy="2759354"/>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the figure above.</a:t>
            </a:r>
          </a:p>
        </p:txBody>
      </p:sp>
      <p:sp>
        <p:nvSpPr>
          <p:cNvPr id="26" name="Text Placeholder 5"/>
          <p:cNvSpPr>
            <a:spLocks noGrp="1"/>
          </p:cNvSpPr>
          <p:nvPr>
            <p:ph type="body" sz="quarter" idx="23" hasCustomPrompt="1"/>
          </p:nvPr>
        </p:nvSpPr>
        <p:spPr>
          <a:xfrm>
            <a:off x="8088847" y="2895600"/>
            <a:ext cx="3504744" cy="2759354"/>
          </a:xfrm>
        </p:spPr>
        <p:txBody>
          <a:bodyPr/>
          <a:lstStyle>
            <a:lvl1pPr>
              <a:spcBef>
                <a:spcPts val="1200"/>
              </a:spcBef>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the figure above.</a:t>
            </a:r>
          </a:p>
        </p:txBody>
      </p:sp>
      <p:sp>
        <p:nvSpPr>
          <p:cNvPr id="10" name="Text Placeholder 9"/>
          <p:cNvSpPr>
            <a:spLocks noGrp="1"/>
          </p:cNvSpPr>
          <p:nvPr>
            <p:ph type="body" sz="quarter" idx="16" hasCustomPrompt="1"/>
          </p:nvPr>
        </p:nvSpPr>
        <p:spPr>
          <a:xfrm>
            <a:off x="609601" y="1856581"/>
            <a:ext cx="3504663" cy="919747"/>
          </a:xfrm>
        </p:spPr>
        <p:txBody>
          <a:bodyPr anchor="b"/>
          <a:lstStyle>
            <a:lvl1pPr>
              <a:lnSpc>
                <a:spcPct val="80000"/>
              </a:lnSpc>
              <a:defRPr sz="8399">
                <a:solidFill>
                  <a:srgbClr val="599A83"/>
                </a:solidFill>
              </a:defRPr>
            </a:lvl1pPr>
          </a:lstStyle>
          <a:p>
            <a:pPr lvl="0"/>
            <a:r>
              <a:rPr lang="en-CA" dirty="0"/>
              <a:t>##</a:t>
            </a:r>
          </a:p>
        </p:txBody>
      </p:sp>
      <p:sp>
        <p:nvSpPr>
          <p:cNvPr id="21" name="Text Placeholder 9"/>
          <p:cNvSpPr>
            <a:spLocks noGrp="1"/>
          </p:cNvSpPr>
          <p:nvPr>
            <p:ph type="body" sz="quarter" idx="20" hasCustomPrompt="1"/>
          </p:nvPr>
        </p:nvSpPr>
        <p:spPr>
          <a:xfrm>
            <a:off x="4355534" y="1856581"/>
            <a:ext cx="3482659" cy="919747"/>
          </a:xfrm>
        </p:spPr>
        <p:txBody>
          <a:bodyPr anchor="b"/>
          <a:lstStyle>
            <a:lvl1pPr>
              <a:lnSpc>
                <a:spcPct val="80000"/>
              </a:lnSpc>
              <a:defRPr sz="8399">
                <a:solidFill>
                  <a:srgbClr val="599A83"/>
                </a:solidFill>
              </a:defRPr>
            </a:lvl1pPr>
          </a:lstStyle>
          <a:p>
            <a:pPr lvl="0"/>
            <a:r>
              <a:rPr lang="en-CA" dirty="0"/>
              <a:t>##%</a:t>
            </a:r>
          </a:p>
        </p:txBody>
      </p:sp>
      <p:sp>
        <p:nvSpPr>
          <p:cNvPr id="24" name="Text Placeholder 9"/>
          <p:cNvSpPr>
            <a:spLocks noGrp="1"/>
          </p:cNvSpPr>
          <p:nvPr>
            <p:ph type="body" sz="quarter" idx="22" hasCustomPrompt="1"/>
          </p:nvPr>
        </p:nvSpPr>
        <p:spPr>
          <a:xfrm>
            <a:off x="8088847" y="1856581"/>
            <a:ext cx="3504744" cy="919747"/>
          </a:xfrm>
        </p:spPr>
        <p:txBody>
          <a:bodyPr anchor="b"/>
          <a:lstStyle>
            <a:lvl1pPr>
              <a:lnSpc>
                <a:spcPct val="80000"/>
              </a:lnSpc>
              <a:defRPr sz="8399">
                <a:solidFill>
                  <a:srgbClr val="599A83"/>
                </a:solidFill>
              </a:defRPr>
            </a:lvl1pPr>
          </a:lstStyle>
          <a:p>
            <a:pPr lvl="0"/>
            <a:r>
              <a:rPr lang="en-CA" dirty="0"/>
              <a:t>#,###</a:t>
            </a:r>
          </a:p>
        </p:txBody>
      </p:sp>
      <p:sp>
        <p:nvSpPr>
          <p:cNvPr id="28"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key numbers slide for short numbers.</a:t>
            </a:r>
            <a:endParaRPr lang="en-US" dirty="0"/>
          </a:p>
        </p:txBody>
      </p:sp>
      <p:pic>
        <p:nvPicPr>
          <p:cNvPr id="33" name="Picture 32"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34" name="Picture 33"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35" name="Slide Number Placeholder 8"/>
          <p:cNvSpPr>
            <a:spLocks noGrp="1"/>
          </p:cNvSpPr>
          <p:nvPr>
            <p:ph type="sldNum" sz="quarter" idx="24"/>
          </p:nvPr>
        </p:nvSpPr>
        <p:spPr>
          <a:xfrm>
            <a:off x="149297" y="6373091"/>
            <a:ext cx="396810" cy="365126"/>
          </a:xfrm>
        </p:spPr>
        <p:txBody>
          <a:bodyPr/>
          <a:lstStyle>
            <a:lvl1pPr>
              <a:defRPr>
                <a:solidFill>
                  <a:schemeClr val="accent3"/>
                </a:solidFill>
              </a:defRPr>
            </a:lvl1pPr>
          </a:lstStyle>
          <a:p>
            <a:fld id="{9292BBE9-3329-4EF1-9736-23291503822A}" type="slidenum">
              <a:rPr lang="en-CA" smtClean="0"/>
              <a:t>‹#›</a:t>
            </a:fld>
            <a:endParaRPr lang="en-CA"/>
          </a:p>
        </p:txBody>
      </p:sp>
    </p:spTree>
    <p:extLst>
      <p:ext uri="{BB962C8B-B14F-4D97-AF65-F5344CB8AC3E}">
        <p14:creationId xmlns:p14="http://schemas.microsoft.com/office/powerpoint/2010/main" val="34276282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Key Numbers Medium">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18" hasCustomPrompt="1"/>
          </p:nvPr>
        </p:nvSpPr>
        <p:spPr>
          <a:xfrm>
            <a:off x="609602" y="2776327"/>
            <a:ext cx="3504662" cy="2878627"/>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the figure above.</a:t>
            </a:r>
          </a:p>
        </p:txBody>
      </p:sp>
      <p:sp>
        <p:nvSpPr>
          <p:cNvPr id="23" name="Text Placeholder 5"/>
          <p:cNvSpPr>
            <a:spLocks noGrp="1"/>
          </p:cNvSpPr>
          <p:nvPr>
            <p:ph type="body" sz="quarter" idx="19" hasCustomPrompt="1"/>
          </p:nvPr>
        </p:nvSpPr>
        <p:spPr>
          <a:xfrm>
            <a:off x="4355533" y="2776327"/>
            <a:ext cx="3482660" cy="2878627"/>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the figure above.</a:t>
            </a:r>
          </a:p>
        </p:txBody>
      </p:sp>
      <p:sp>
        <p:nvSpPr>
          <p:cNvPr id="26" name="Text Placeholder 5"/>
          <p:cNvSpPr>
            <a:spLocks noGrp="1"/>
          </p:cNvSpPr>
          <p:nvPr>
            <p:ph type="body" sz="quarter" idx="23" hasCustomPrompt="1"/>
          </p:nvPr>
        </p:nvSpPr>
        <p:spPr>
          <a:xfrm>
            <a:off x="8088847" y="2776327"/>
            <a:ext cx="3504744" cy="2878627"/>
          </a:xfrm>
        </p:spPr>
        <p:txBody>
          <a:bodyPr/>
          <a:lstStyle>
            <a:lvl1pPr>
              <a:spcBef>
                <a:spcPts val="1200"/>
              </a:spcBef>
              <a:defRPr baseline="0"/>
            </a:lvl1pPr>
            <a:lvl3pPr marL="1515073" indent="-342854">
              <a:buFont typeface="Arial"/>
              <a:buChar char="•"/>
              <a:defRPr/>
            </a:lvl3pPr>
            <a:lvl4pPr>
              <a:spcBef>
                <a:spcPts val="828"/>
              </a:spcBef>
              <a:defRPr/>
            </a:lvl4pPr>
          </a:lstStyle>
          <a:p>
            <a:pPr lvl="0"/>
            <a:r>
              <a:rPr lang="en-CA" dirty="0"/>
              <a:t>Click to edit content. Use this slide for very brief points about one the figure above.</a:t>
            </a:r>
          </a:p>
        </p:txBody>
      </p:sp>
      <p:sp>
        <p:nvSpPr>
          <p:cNvPr id="10" name="Text Placeholder 9"/>
          <p:cNvSpPr>
            <a:spLocks noGrp="1"/>
          </p:cNvSpPr>
          <p:nvPr>
            <p:ph type="body" sz="quarter" idx="16" hasCustomPrompt="1"/>
          </p:nvPr>
        </p:nvSpPr>
        <p:spPr>
          <a:xfrm>
            <a:off x="609601" y="1831182"/>
            <a:ext cx="3504663" cy="945146"/>
          </a:xfrm>
        </p:spPr>
        <p:txBody>
          <a:bodyPr anchor="t"/>
          <a:lstStyle>
            <a:lvl1pPr>
              <a:lnSpc>
                <a:spcPct val="80000"/>
              </a:lnSpc>
              <a:defRPr sz="5399">
                <a:solidFill>
                  <a:srgbClr val="599A83"/>
                </a:solidFill>
              </a:defRPr>
            </a:lvl1pPr>
          </a:lstStyle>
          <a:p>
            <a:pPr lvl="0"/>
            <a:r>
              <a:rPr lang="en-CA" dirty="0"/>
              <a:t>$##,###</a:t>
            </a:r>
          </a:p>
        </p:txBody>
      </p:sp>
      <p:sp>
        <p:nvSpPr>
          <p:cNvPr id="21" name="Text Placeholder 9"/>
          <p:cNvSpPr>
            <a:spLocks noGrp="1"/>
          </p:cNvSpPr>
          <p:nvPr>
            <p:ph type="body" sz="quarter" idx="20" hasCustomPrompt="1"/>
          </p:nvPr>
        </p:nvSpPr>
        <p:spPr>
          <a:xfrm>
            <a:off x="4355534" y="1856581"/>
            <a:ext cx="3482659" cy="919747"/>
          </a:xfrm>
        </p:spPr>
        <p:txBody>
          <a:bodyPr anchor="t"/>
          <a:lstStyle>
            <a:lvl1pPr>
              <a:lnSpc>
                <a:spcPct val="80000"/>
              </a:lnSpc>
              <a:defRPr sz="5399">
                <a:solidFill>
                  <a:srgbClr val="599A83"/>
                </a:solidFill>
              </a:defRPr>
            </a:lvl1pPr>
          </a:lstStyle>
          <a:p>
            <a:pPr lvl="0"/>
            <a:r>
              <a:rPr lang="en-CA" dirty="0"/>
              <a:t>#,####%</a:t>
            </a:r>
          </a:p>
        </p:txBody>
      </p:sp>
      <p:sp>
        <p:nvSpPr>
          <p:cNvPr id="24" name="Text Placeholder 9"/>
          <p:cNvSpPr>
            <a:spLocks noGrp="1"/>
          </p:cNvSpPr>
          <p:nvPr>
            <p:ph type="body" sz="quarter" idx="22" hasCustomPrompt="1"/>
          </p:nvPr>
        </p:nvSpPr>
        <p:spPr>
          <a:xfrm>
            <a:off x="8088847" y="1856581"/>
            <a:ext cx="3504744" cy="919747"/>
          </a:xfrm>
        </p:spPr>
        <p:txBody>
          <a:bodyPr anchor="t"/>
          <a:lstStyle>
            <a:lvl1pPr>
              <a:lnSpc>
                <a:spcPct val="80000"/>
              </a:lnSpc>
              <a:defRPr sz="5399">
                <a:solidFill>
                  <a:srgbClr val="599A83"/>
                </a:solidFill>
              </a:defRPr>
            </a:lvl1pPr>
          </a:lstStyle>
          <a:p>
            <a:pPr lvl="0"/>
            <a:r>
              <a:rPr lang="en-CA" dirty="0"/>
              <a:t>#,###,####</a:t>
            </a:r>
          </a:p>
        </p:txBody>
      </p:sp>
      <p:sp>
        <p:nvSpPr>
          <p:cNvPr id="28"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key numbers slide for long numbers.</a:t>
            </a:r>
            <a:endParaRPr lang="en-US" dirty="0"/>
          </a:p>
        </p:txBody>
      </p:sp>
      <p:pic>
        <p:nvPicPr>
          <p:cNvPr id="15" name="Picture 14"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6" name="Picture 15"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7" name="Slide Number Placeholder 8"/>
          <p:cNvSpPr>
            <a:spLocks noGrp="1"/>
          </p:cNvSpPr>
          <p:nvPr>
            <p:ph type="sldNum" sz="quarter" idx="24"/>
          </p:nvPr>
        </p:nvSpPr>
        <p:spPr>
          <a:xfrm>
            <a:off x="149297" y="6373091"/>
            <a:ext cx="396810" cy="365126"/>
          </a:xfrm>
        </p:spPr>
        <p:txBody>
          <a:bodyPr/>
          <a:lstStyle>
            <a:lvl1pPr>
              <a:defRPr>
                <a:solidFill>
                  <a:schemeClr val="accent3"/>
                </a:solidFill>
              </a:defRPr>
            </a:lvl1pPr>
          </a:lstStyle>
          <a:p>
            <a:fld id="{9292BBE9-3329-4EF1-9736-23291503822A}" type="slidenum">
              <a:rPr lang="en-CA" smtClean="0"/>
              <a:t>‹#›</a:t>
            </a:fld>
            <a:endParaRPr lang="en-CA"/>
          </a:p>
        </p:txBody>
      </p:sp>
    </p:spTree>
    <p:extLst>
      <p:ext uri="{BB962C8B-B14F-4D97-AF65-F5344CB8AC3E}">
        <p14:creationId xmlns:p14="http://schemas.microsoft.com/office/powerpoint/2010/main" val="12890635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Key Points with Icons">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18" hasCustomPrompt="1"/>
          </p:nvPr>
        </p:nvSpPr>
        <p:spPr>
          <a:xfrm>
            <a:off x="609602" y="3403600"/>
            <a:ext cx="3504662" cy="2251354"/>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a brief point, illustrated by the icon above.</a:t>
            </a:r>
          </a:p>
        </p:txBody>
      </p:sp>
      <p:sp>
        <p:nvSpPr>
          <p:cNvPr id="23" name="Text Placeholder 5"/>
          <p:cNvSpPr>
            <a:spLocks noGrp="1"/>
          </p:cNvSpPr>
          <p:nvPr>
            <p:ph type="body" sz="quarter" idx="19" hasCustomPrompt="1"/>
          </p:nvPr>
        </p:nvSpPr>
        <p:spPr>
          <a:xfrm>
            <a:off x="4355533" y="3403600"/>
            <a:ext cx="3482660" cy="2251354"/>
          </a:xfrm>
        </p:spPr>
        <p:txBody>
          <a:bodyPr/>
          <a:lstStyle>
            <a:lvl1pPr>
              <a:defRPr baseline="0"/>
            </a:lvl1pPr>
            <a:lvl3pPr marL="1515073" indent="-342854">
              <a:buFont typeface="Arial"/>
              <a:buChar char="•"/>
              <a:defRPr/>
            </a:lvl3pPr>
            <a:lvl4pPr>
              <a:spcBef>
                <a:spcPts val="828"/>
              </a:spcBef>
              <a:defRPr/>
            </a:lvl4pPr>
          </a:lstStyle>
          <a:p>
            <a:pPr lvl="0"/>
            <a:r>
              <a:rPr lang="en-CA" dirty="0"/>
              <a:t>Click to edit content. Use this slide for a brief point, illustrated by the icon above.</a:t>
            </a:r>
          </a:p>
        </p:txBody>
      </p:sp>
      <p:sp>
        <p:nvSpPr>
          <p:cNvPr id="26" name="Text Placeholder 5"/>
          <p:cNvSpPr>
            <a:spLocks noGrp="1"/>
          </p:cNvSpPr>
          <p:nvPr>
            <p:ph type="body" sz="quarter" idx="23" hasCustomPrompt="1"/>
          </p:nvPr>
        </p:nvSpPr>
        <p:spPr>
          <a:xfrm>
            <a:off x="8088847" y="3403600"/>
            <a:ext cx="3504744" cy="2251354"/>
          </a:xfrm>
        </p:spPr>
        <p:txBody>
          <a:bodyPr/>
          <a:lstStyle>
            <a:lvl1pPr>
              <a:spcBef>
                <a:spcPts val="1200"/>
              </a:spcBef>
              <a:defRPr baseline="0"/>
            </a:lvl1pPr>
            <a:lvl3pPr marL="1515073" indent="-342854">
              <a:buFont typeface="Arial"/>
              <a:buChar char="•"/>
              <a:defRPr/>
            </a:lvl3pPr>
            <a:lvl4pPr>
              <a:spcBef>
                <a:spcPts val="828"/>
              </a:spcBef>
              <a:defRPr/>
            </a:lvl4pPr>
          </a:lstStyle>
          <a:p>
            <a:pPr lvl="0"/>
            <a:r>
              <a:rPr lang="en-CA" dirty="0"/>
              <a:t>Click to edit content. Use this slide for a brief point, illustrated by the icon above.</a:t>
            </a:r>
          </a:p>
        </p:txBody>
      </p:sp>
      <p:sp>
        <p:nvSpPr>
          <p:cNvPr id="28" name="Title 1"/>
          <p:cNvSpPr>
            <a:spLocks noGrp="1"/>
          </p:cNvSpPr>
          <p:nvPr>
            <p:ph type="title" hasCustomPrompt="1"/>
          </p:nvPr>
        </p:nvSpPr>
        <p:spPr>
          <a:xfrm>
            <a:off x="609601" y="576274"/>
            <a:ext cx="7106241" cy="1001980"/>
          </a:xfrm>
        </p:spPr>
        <p:txBody>
          <a:bodyPr anchor="t">
            <a:noAutofit/>
          </a:bodyPr>
          <a:lstStyle>
            <a:lvl1pPr>
              <a:defRPr sz="3600" b="1" baseline="0">
                <a:solidFill>
                  <a:schemeClr val="accent1"/>
                </a:solidFill>
              </a:defRPr>
            </a:lvl1pPr>
          </a:lstStyle>
          <a:p>
            <a:r>
              <a:rPr lang="en-CA" dirty="0"/>
              <a:t>This is a key point slide with icons to illustrate points.</a:t>
            </a:r>
            <a:endParaRPr lang="en-US" dirty="0"/>
          </a:p>
        </p:txBody>
      </p:sp>
      <p:sp>
        <p:nvSpPr>
          <p:cNvPr id="12" name="Oval 11"/>
          <p:cNvSpPr/>
          <p:nvPr/>
        </p:nvSpPr>
        <p:spPr>
          <a:xfrm>
            <a:off x="546048" y="1841105"/>
            <a:ext cx="1316703" cy="1316831"/>
          </a:xfrm>
          <a:prstGeom prst="ellipse">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sp>
        <p:nvSpPr>
          <p:cNvPr id="13" name="Picture Placeholder 3"/>
          <p:cNvSpPr>
            <a:spLocks noGrp="1" noChangeAspect="1"/>
          </p:cNvSpPr>
          <p:nvPr>
            <p:ph type="pic" sz="quarter" idx="26" hasCustomPrompt="1"/>
          </p:nvPr>
        </p:nvSpPr>
        <p:spPr>
          <a:xfrm>
            <a:off x="880138" y="2175520"/>
            <a:ext cx="648524" cy="648000"/>
          </a:xfrm>
        </p:spPr>
        <p:txBody>
          <a:bodyPr/>
          <a:lstStyle>
            <a:lvl1pPr>
              <a:defRPr>
                <a:solidFill>
                  <a:schemeClr val="bg1"/>
                </a:solidFill>
              </a:defRPr>
            </a:lvl1pPr>
          </a:lstStyle>
          <a:p>
            <a:r>
              <a:rPr lang="en-US" dirty="0"/>
              <a:t>Icon</a:t>
            </a:r>
          </a:p>
        </p:txBody>
      </p:sp>
      <p:sp>
        <p:nvSpPr>
          <p:cNvPr id="14" name="Oval 13"/>
          <p:cNvSpPr/>
          <p:nvPr/>
        </p:nvSpPr>
        <p:spPr>
          <a:xfrm>
            <a:off x="4292041" y="1841105"/>
            <a:ext cx="1316703" cy="1316831"/>
          </a:xfrm>
          <a:prstGeom prst="ellipse">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sp>
        <p:nvSpPr>
          <p:cNvPr id="15" name="Picture Placeholder 3"/>
          <p:cNvSpPr>
            <a:spLocks noGrp="1" noChangeAspect="1"/>
          </p:cNvSpPr>
          <p:nvPr>
            <p:ph type="pic" sz="quarter" idx="27" hasCustomPrompt="1"/>
          </p:nvPr>
        </p:nvSpPr>
        <p:spPr>
          <a:xfrm>
            <a:off x="4626130" y="2175520"/>
            <a:ext cx="648523" cy="648000"/>
          </a:xfrm>
        </p:spPr>
        <p:txBody>
          <a:bodyPr/>
          <a:lstStyle>
            <a:lvl1pPr>
              <a:defRPr>
                <a:solidFill>
                  <a:schemeClr val="bg1"/>
                </a:solidFill>
              </a:defRPr>
            </a:lvl1pPr>
          </a:lstStyle>
          <a:p>
            <a:r>
              <a:rPr lang="en-US" dirty="0"/>
              <a:t>Icon</a:t>
            </a:r>
          </a:p>
        </p:txBody>
      </p:sp>
      <p:sp>
        <p:nvSpPr>
          <p:cNvPr id="16" name="Oval 15"/>
          <p:cNvSpPr/>
          <p:nvPr/>
        </p:nvSpPr>
        <p:spPr>
          <a:xfrm>
            <a:off x="8025355" y="1841105"/>
            <a:ext cx="1316703" cy="1316831"/>
          </a:xfrm>
          <a:prstGeom prst="ellipse">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sp>
        <p:nvSpPr>
          <p:cNvPr id="17" name="Picture Placeholder 3"/>
          <p:cNvSpPr>
            <a:spLocks noGrp="1" noChangeAspect="1"/>
          </p:cNvSpPr>
          <p:nvPr>
            <p:ph type="pic" sz="quarter" idx="28" hasCustomPrompt="1"/>
          </p:nvPr>
        </p:nvSpPr>
        <p:spPr>
          <a:xfrm>
            <a:off x="8359737" y="2175520"/>
            <a:ext cx="647937" cy="648000"/>
          </a:xfrm>
        </p:spPr>
        <p:txBody>
          <a:bodyPr/>
          <a:lstStyle>
            <a:lvl1pPr>
              <a:defRPr>
                <a:solidFill>
                  <a:schemeClr val="bg1"/>
                </a:solidFill>
              </a:defRPr>
            </a:lvl1pPr>
          </a:lstStyle>
          <a:p>
            <a:r>
              <a:rPr lang="en-US" dirty="0"/>
              <a:t>Icon</a:t>
            </a:r>
          </a:p>
        </p:txBody>
      </p:sp>
      <p:pic>
        <p:nvPicPr>
          <p:cNvPr id="18" name="Picture 17"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9" name="Picture 18"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20" name="Slide Number Placeholder 8"/>
          <p:cNvSpPr>
            <a:spLocks noGrp="1"/>
          </p:cNvSpPr>
          <p:nvPr>
            <p:ph type="sldNum" sz="quarter" idx="29"/>
          </p:nvPr>
        </p:nvSpPr>
        <p:spPr>
          <a:xfrm>
            <a:off x="149297" y="6373091"/>
            <a:ext cx="396810" cy="365126"/>
          </a:xfrm>
        </p:spPr>
        <p:txBody>
          <a:bodyPr/>
          <a:lstStyle>
            <a:lvl1pPr>
              <a:defRPr>
                <a:solidFill>
                  <a:schemeClr val="accent3"/>
                </a:solidFill>
              </a:defRPr>
            </a:lvl1pPr>
          </a:lstStyle>
          <a:p>
            <a:fld id="{9292BBE9-3329-4EF1-9736-23291503822A}" type="slidenum">
              <a:rPr lang="en-CA" smtClean="0"/>
              <a:t>‹#›</a:t>
            </a:fld>
            <a:endParaRPr lang="en-CA"/>
          </a:p>
        </p:txBody>
      </p:sp>
    </p:spTree>
    <p:extLst>
      <p:ext uri="{BB962C8B-B14F-4D97-AF65-F5344CB8AC3E}">
        <p14:creationId xmlns:p14="http://schemas.microsoft.com/office/powerpoint/2010/main" val="5803404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Video Slide">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3" name="Picture 2" descr="swoosh-85.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822884"/>
            <a:ext cx="12192000" cy="1304320"/>
          </a:xfrm>
          <a:prstGeom prst="rect">
            <a:avLst/>
          </a:prstGeom>
        </p:spPr>
      </p:pic>
      <p:sp>
        <p:nvSpPr>
          <p:cNvPr id="5" name="Media Placeholder 4"/>
          <p:cNvSpPr>
            <a:spLocks noGrp="1"/>
          </p:cNvSpPr>
          <p:nvPr>
            <p:ph type="media" sz="quarter" idx="10" hasCustomPrompt="1"/>
          </p:nvPr>
        </p:nvSpPr>
        <p:spPr>
          <a:xfrm>
            <a:off x="2465067" y="622300"/>
            <a:ext cx="7261866" cy="5626100"/>
          </a:xfrm>
        </p:spPr>
        <p:txBody>
          <a:bodyPr/>
          <a:lstStyle>
            <a:lvl1pPr>
              <a:defRPr>
                <a:solidFill>
                  <a:schemeClr val="bg1"/>
                </a:solidFill>
              </a:defRPr>
            </a:lvl1pPr>
          </a:lstStyle>
          <a:p>
            <a:r>
              <a:rPr lang="en-US" dirty="0"/>
              <a:t>Click this icon to insert a video</a:t>
            </a:r>
          </a:p>
        </p:txBody>
      </p:sp>
    </p:spTree>
    <p:extLst>
      <p:ext uri="{BB962C8B-B14F-4D97-AF65-F5344CB8AC3E}">
        <p14:creationId xmlns:p14="http://schemas.microsoft.com/office/powerpoint/2010/main" val="16879308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Quotes or Stats V1">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6" name="Picture 5" descr="swoosh-85.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822884"/>
            <a:ext cx="12192000" cy="1304320"/>
          </a:xfrm>
          <a:prstGeom prst="rect">
            <a:avLst/>
          </a:prstGeom>
        </p:spPr>
      </p:pic>
      <p:sp>
        <p:nvSpPr>
          <p:cNvPr id="3" name="Rectangle 2"/>
          <p:cNvSpPr/>
          <p:nvPr/>
        </p:nvSpPr>
        <p:spPr>
          <a:xfrm>
            <a:off x="603966" y="628650"/>
            <a:ext cx="10984069" cy="56007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sp>
        <p:nvSpPr>
          <p:cNvPr id="2" name="Title 1"/>
          <p:cNvSpPr>
            <a:spLocks noGrp="1"/>
          </p:cNvSpPr>
          <p:nvPr>
            <p:ph type="title" hasCustomPrompt="1"/>
          </p:nvPr>
        </p:nvSpPr>
        <p:spPr>
          <a:xfrm>
            <a:off x="2465067" y="2090307"/>
            <a:ext cx="7261866" cy="2619502"/>
          </a:xfrm>
        </p:spPr>
        <p:txBody>
          <a:bodyPr/>
          <a:lstStyle>
            <a:lvl1pPr algn="ctr">
              <a:lnSpc>
                <a:spcPct val="110000"/>
              </a:lnSpc>
              <a:defRPr sz="3600" baseline="0">
                <a:solidFill>
                  <a:srgbClr val="599A83"/>
                </a:solidFill>
              </a:defRPr>
            </a:lvl1pPr>
          </a:lstStyle>
          <a:p>
            <a:r>
              <a:rPr lang="en-CA" dirty="0"/>
              <a:t>Enter an impressive statistic or fact. e.g. 98% of Algonquin students have been hired immediately after graduation.</a:t>
            </a:r>
            <a:endParaRPr lang="en-US" dirty="0"/>
          </a:p>
        </p:txBody>
      </p:sp>
      <p:sp>
        <p:nvSpPr>
          <p:cNvPr id="7" name="Text Placeholder 6"/>
          <p:cNvSpPr>
            <a:spLocks noGrp="1"/>
          </p:cNvSpPr>
          <p:nvPr>
            <p:ph type="body" sz="quarter" idx="13" hasCustomPrompt="1"/>
          </p:nvPr>
        </p:nvSpPr>
        <p:spPr>
          <a:xfrm>
            <a:off x="2465067" y="1593878"/>
            <a:ext cx="7261866" cy="383034"/>
          </a:xfrm>
        </p:spPr>
        <p:txBody>
          <a:bodyPr anchor="ctr"/>
          <a:lstStyle>
            <a:lvl1pPr algn="ctr">
              <a:lnSpc>
                <a:spcPct val="100000"/>
              </a:lnSpc>
              <a:defRPr sz="1575" b="1">
                <a:solidFill>
                  <a:schemeClr val="tx2"/>
                </a:solidFill>
              </a:defRPr>
            </a:lvl1pPr>
          </a:lstStyle>
          <a:p>
            <a:pPr lvl="0"/>
            <a:r>
              <a:rPr lang="en-CA" dirty="0"/>
              <a:t>THIS IS THE TITLE OF YOUR STATISTIC</a:t>
            </a:r>
            <a:endParaRPr lang="en-US" dirty="0"/>
          </a:p>
        </p:txBody>
      </p:sp>
      <p:sp>
        <p:nvSpPr>
          <p:cNvPr id="9" name="Text Placeholder 8"/>
          <p:cNvSpPr>
            <a:spLocks noGrp="1"/>
          </p:cNvSpPr>
          <p:nvPr>
            <p:ph type="body" sz="quarter" idx="14" hasCustomPrompt="1"/>
          </p:nvPr>
        </p:nvSpPr>
        <p:spPr>
          <a:xfrm>
            <a:off x="2465067" y="4921484"/>
            <a:ext cx="7261866" cy="291603"/>
          </a:xfrm>
        </p:spPr>
        <p:txBody>
          <a:bodyPr anchor="ctr"/>
          <a:lstStyle>
            <a:lvl1pPr algn="ctr">
              <a:defRPr sz="1200"/>
            </a:lvl1pPr>
          </a:lstStyle>
          <a:p>
            <a:pPr lvl="0"/>
            <a:r>
              <a:rPr lang="en-CA" dirty="0"/>
              <a:t>THIS IS A SPACE FOR A CITATION OR SOURCE</a:t>
            </a:r>
            <a:endParaRPr lang="en-US" dirty="0"/>
          </a:p>
        </p:txBody>
      </p:sp>
    </p:spTree>
    <p:extLst>
      <p:ext uri="{BB962C8B-B14F-4D97-AF65-F5344CB8AC3E}">
        <p14:creationId xmlns:p14="http://schemas.microsoft.com/office/powerpoint/2010/main" val="20580270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s or Stats V2">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5" name="Picture 4" descr="swoosh-85.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822884"/>
            <a:ext cx="12192000" cy="1304320"/>
          </a:xfrm>
          <a:prstGeom prst="rect">
            <a:avLst/>
          </a:prstGeom>
        </p:spPr>
      </p:pic>
      <p:sp>
        <p:nvSpPr>
          <p:cNvPr id="8" name="Title 1"/>
          <p:cNvSpPr>
            <a:spLocks noGrp="1"/>
          </p:cNvSpPr>
          <p:nvPr>
            <p:ph type="title" hasCustomPrompt="1"/>
          </p:nvPr>
        </p:nvSpPr>
        <p:spPr>
          <a:xfrm>
            <a:off x="2465067" y="2090307"/>
            <a:ext cx="7261866" cy="2619502"/>
          </a:xfrm>
        </p:spPr>
        <p:txBody>
          <a:bodyPr/>
          <a:lstStyle>
            <a:lvl1pPr algn="ctr">
              <a:lnSpc>
                <a:spcPct val="110000"/>
              </a:lnSpc>
              <a:defRPr sz="3600" baseline="0">
                <a:solidFill>
                  <a:srgbClr val="A6C8BC"/>
                </a:solidFill>
              </a:defRPr>
            </a:lvl1pPr>
          </a:lstStyle>
          <a:p>
            <a:r>
              <a:rPr lang="en-CA" dirty="0"/>
              <a:t>Enter an impressive statistic or fact. e.g. 98% of Algonquin students have been hired immediately after graduation.</a:t>
            </a:r>
            <a:endParaRPr lang="en-US" dirty="0"/>
          </a:p>
        </p:txBody>
      </p:sp>
      <p:sp>
        <p:nvSpPr>
          <p:cNvPr id="10" name="Text Placeholder 6"/>
          <p:cNvSpPr>
            <a:spLocks noGrp="1"/>
          </p:cNvSpPr>
          <p:nvPr>
            <p:ph type="body" sz="quarter" idx="13" hasCustomPrompt="1"/>
          </p:nvPr>
        </p:nvSpPr>
        <p:spPr>
          <a:xfrm>
            <a:off x="2465067" y="1593878"/>
            <a:ext cx="7261866" cy="383034"/>
          </a:xfrm>
        </p:spPr>
        <p:txBody>
          <a:bodyPr anchor="ctr"/>
          <a:lstStyle>
            <a:lvl1pPr algn="ctr">
              <a:lnSpc>
                <a:spcPct val="100000"/>
              </a:lnSpc>
              <a:defRPr sz="1575" b="1">
                <a:solidFill>
                  <a:schemeClr val="bg1"/>
                </a:solidFill>
              </a:defRPr>
            </a:lvl1pPr>
          </a:lstStyle>
          <a:p>
            <a:pPr lvl="0"/>
            <a:r>
              <a:rPr lang="en-CA" dirty="0"/>
              <a:t>THIS IS THE TITLE OF YOUR STATISTIC</a:t>
            </a:r>
            <a:endParaRPr lang="en-US" dirty="0"/>
          </a:p>
        </p:txBody>
      </p:sp>
      <p:sp>
        <p:nvSpPr>
          <p:cNvPr id="11" name="Text Placeholder 8"/>
          <p:cNvSpPr>
            <a:spLocks noGrp="1"/>
          </p:cNvSpPr>
          <p:nvPr>
            <p:ph type="body" sz="quarter" idx="14" hasCustomPrompt="1"/>
          </p:nvPr>
        </p:nvSpPr>
        <p:spPr>
          <a:xfrm>
            <a:off x="2465067" y="4921484"/>
            <a:ext cx="7261866" cy="291603"/>
          </a:xfrm>
        </p:spPr>
        <p:txBody>
          <a:bodyPr anchor="ctr"/>
          <a:lstStyle>
            <a:lvl1pPr algn="ctr">
              <a:defRPr sz="1200">
                <a:solidFill>
                  <a:schemeClr val="bg1"/>
                </a:solidFill>
              </a:defRPr>
            </a:lvl1pPr>
          </a:lstStyle>
          <a:p>
            <a:pPr lvl="0"/>
            <a:r>
              <a:rPr lang="en-CA" dirty="0"/>
              <a:t>THIS IS A SPACE FOR A CITATION OR SOURCE</a:t>
            </a:r>
            <a:endParaRPr lang="en-US" dirty="0"/>
          </a:p>
        </p:txBody>
      </p:sp>
    </p:spTree>
    <p:extLst>
      <p:ext uri="{BB962C8B-B14F-4D97-AF65-F5344CB8AC3E}">
        <p14:creationId xmlns:p14="http://schemas.microsoft.com/office/powerpoint/2010/main" val="15684564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otes or Stats V3">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3" name="Picture 2" descr="campus-scape.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724275"/>
            <a:ext cx="12190809" cy="3133725"/>
          </a:xfrm>
          <a:prstGeom prst="rect">
            <a:avLst/>
          </a:prstGeom>
        </p:spPr>
      </p:pic>
      <p:sp>
        <p:nvSpPr>
          <p:cNvPr id="5" name="Title 1"/>
          <p:cNvSpPr>
            <a:spLocks noGrp="1"/>
          </p:cNvSpPr>
          <p:nvPr>
            <p:ph type="title" hasCustomPrompt="1"/>
          </p:nvPr>
        </p:nvSpPr>
        <p:spPr>
          <a:xfrm>
            <a:off x="2465067" y="985406"/>
            <a:ext cx="7261866" cy="2619502"/>
          </a:xfrm>
        </p:spPr>
        <p:txBody>
          <a:bodyPr/>
          <a:lstStyle>
            <a:lvl1pPr algn="ctr">
              <a:lnSpc>
                <a:spcPct val="110000"/>
              </a:lnSpc>
              <a:defRPr sz="3600" baseline="0">
                <a:solidFill>
                  <a:srgbClr val="A6C8BC"/>
                </a:solidFill>
              </a:defRPr>
            </a:lvl1pPr>
          </a:lstStyle>
          <a:p>
            <a:r>
              <a:rPr lang="en-CA" dirty="0"/>
              <a:t>Enter an impressive statistic or fact. e.g. We raised $1,000,000 this year. Highlight a number by making it bold and white.</a:t>
            </a:r>
            <a:endParaRPr lang="en-US" dirty="0"/>
          </a:p>
        </p:txBody>
      </p:sp>
      <p:sp>
        <p:nvSpPr>
          <p:cNvPr id="6" name="Text Placeholder 6"/>
          <p:cNvSpPr>
            <a:spLocks noGrp="1"/>
          </p:cNvSpPr>
          <p:nvPr>
            <p:ph type="body" sz="quarter" idx="13" hasCustomPrompt="1"/>
          </p:nvPr>
        </p:nvSpPr>
        <p:spPr>
          <a:xfrm>
            <a:off x="2465067" y="488976"/>
            <a:ext cx="7261866" cy="383034"/>
          </a:xfrm>
        </p:spPr>
        <p:txBody>
          <a:bodyPr anchor="ctr"/>
          <a:lstStyle>
            <a:lvl1pPr algn="ctr">
              <a:lnSpc>
                <a:spcPct val="100000"/>
              </a:lnSpc>
              <a:defRPr sz="1575" b="1">
                <a:solidFill>
                  <a:schemeClr val="bg1"/>
                </a:solidFill>
              </a:defRPr>
            </a:lvl1pPr>
          </a:lstStyle>
          <a:p>
            <a:pPr lvl="0"/>
            <a:r>
              <a:rPr lang="en-CA" dirty="0"/>
              <a:t>THIS IS THE TITLE OF YOUR STATISTIC</a:t>
            </a:r>
            <a:endParaRPr lang="en-US" dirty="0"/>
          </a:p>
        </p:txBody>
      </p:sp>
    </p:spTree>
    <p:extLst>
      <p:ext uri="{BB962C8B-B14F-4D97-AF65-F5344CB8AC3E}">
        <p14:creationId xmlns:p14="http://schemas.microsoft.com/office/powerpoint/2010/main" val="25566485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otes or Stats V4">
    <p:bg>
      <p:bgPr>
        <a:solidFill>
          <a:schemeClr val="bg1"/>
        </a:solidFill>
        <a:effectLst/>
      </p:bgPr>
    </p:bg>
    <p:spTree>
      <p:nvGrpSpPr>
        <p:cNvPr id="1" name=""/>
        <p:cNvGrpSpPr/>
        <p:nvPr/>
      </p:nvGrpSpPr>
      <p:grpSpPr>
        <a:xfrm>
          <a:off x="0" y="0"/>
          <a:ext cx="0" cy="0"/>
          <a:chOff x="0" y="0"/>
          <a:chExt cx="0" cy="0"/>
        </a:xfrm>
      </p:grpSpPr>
      <p:pic>
        <p:nvPicPr>
          <p:cNvPr id="4" name="Picture 3" descr="campus-scape.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724275"/>
            <a:ext cx="12190809" cy="3133725"/>
          </a:xfrm>
          <a:prstGeom prst="rect">
            <a:avLst/>
          </a:prstGeom>
        </p:spPr>
      </p:pic>
      <p:sp>
        <p:nvSpPr>
          <p:cNvPr id="5" name="Title 1"/>
          <p:cNvSpPr>
            <a:spLocks noGrp="1"/>
          </p:cNvSpPr>
          <p:nvPr>
            <p:ph type="title" hasCustomPrompt="1"/>
          </p:nvPr>
        </p:nvSpPr>
        <p:spPr>
          <a:xfrm>
            <a:off x="2465067" y="985406"/>
            <a:ext cx="7261866" cy="2619502"/>
          </a:xfrm>
        </p:spPr>
        <p:txBody>
          <a:bodyPr/>
          <a:lstStyle>
            <a:lvl1pPr algn="ctr">
              <a:lnSpc>
                <a:spcPct val="110000"/>
              </a:lnSpc>
              <a:defRPr sz="3600" baseline="0">
                <a:solidFill>
                  <a:srgbClr val="599A83"/>
                </a:solidFill>
              </a:defRPr>
            </a:lvl1pPr>
          </a:lstStyle>
          <a:p>
            <a:r>
              <a:rPr lang="en-CA" dirty="0"/>
              <a:t>Enter an impressive statistic or fact. e.g. We raised $1,000,000 this year. Highlight a number by making it bold and 100% green.</a:t>
            </a:r>
            <a:endParaRPr lang="en-US" dirty="0"/>
          </a:p>
        </p:txBody>
      </p:sp>
      <p:sp>
        <p:nvSpPr>
          <p:cNvPr id="6" name="Text Placeholder 6"/>
          <p:cNvSpPr>
            <a:spLocks noGrp="1"/>
          </p:cNvSpPr>
          <p:nvPr>
            <p:ph type="body" sz="quarter" idx="13" hasCustomPrompt="1"/>
          </p:nvPr>
        </p:nvSpPr>
        <p:spPr>
          <a:xfrm>
            <a:off x="2465067" y="488976"/>
            <a:ext cx="7261866" cy="383034"/>
          </a:xfrm>
        </p:spPr>
        <p:txBody>
          <a:bodyPr anchor="ctr"/>
          <a:lstStyle>
            <a:lvl1pPr algn="ctr">
              <a:lnSpc>
                <a:spcPct val="100000"/>
              </a:lnSpc>
              <a:defRPr sz="1575" b="1">
                <a:solidFill>
                  <a:schemeClr val="accent1"/>
                </a:solidFill>
              </a:defRPr>
            </a:lvl1pPr>
          </a:lstStyle>
          <a:p>
            <a:pPr lvl="0"/>
            <a:r>
              <a:rPr lang="en-CA" dirty="0"/>
              <a:t>THIS IS THE TITLE OF YOUR STATISTIC</a:t>
            </a:r>
            <a:endParaRPr lang="en-US" dirty="0"/>
          </a:p>
        </p:txBody>
      </p:sp>
    </p:spTree>
    <p:extLst>
      <p:ext uri="{BB962C8B-B14F-4D97-AF65-F5344CB8AC3E}">
        <p14:creationId xmlns:p14="http://schemas.microsoft.com/office/powerpoint/2010/main" val="42832767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Quotes or Stats v5">
    <p:bg>
      <p:bgRef idx="1001">
        <a:schemeClr val="bg2"/>
      </p:bgRef>
    </p:bg>
    <p:spTree>
      <p:nvGrpSpPr>
        <p:cNvPr id="1" name=""/>
        <p:cNvGrpSpPr/>
        <p:nvPr/>
      </p:nvGrpSpPr>
      <p:grpSpPr>
        <a:xfrm>
          <a:off x="0" y="0"/>
          <a:ext cx="0" cy="0"/>
          <a:chOff x="0" y="0"/>
          <a:chExt cx="0" cy="0"/>
        </a:xfrm>
      </p:grpSpPr>
      <p:sp>
        <p:nvSpPr>
          <p:cNvPr id="4" name="Picture Placeholder 3"/>
          <p:cNvSpPr>
            <a:spLocks noGrp="1"/>
          </p:cNvSpPr>
          <p:nvPr>
            <p:ph type="pic" sz="quarter" idx="15" hasCustomPrompt="1"/>
          </p:nvPr>
        </p:nvSpPr>
        <p:spPr>
          <a:xfrm>
            <a:off x="0" y="0"/>
            <a:ext cx="6095206" cy="3428553"/>
          </a:xfrm>
          <a:solidFill>
            <a:schemeClr val="bg2"/>
          </a:solidFill>
          <a:ln>
            <a:noFill/>
          </a:ln>
        </p:spPr>
        <p:txBody>
          <a:bodyPr/>
          <a:lstStyle>
            <a:lvl1pPr algn="ctr">
              <a:defRPr baseline="0">
                <a:ln>
                  <a:noFill/>
                </a:ln>
                <a:solidFill>
                  <a:schemeClr val="tx1"/>
                </a:solidFill>
              </a:defRPr>
            </a:lvl1pPr>
          </a:lstStyle>
          <a:p>
            <a:r>
              <a:rPr lang="en-US" dirty="0"/>
              <a:t>Click this icon to insert a background photo, the resize this box so it covers the whole screen. Make sure it’s good quality.</a:t>
            </a:r>
          </a:p>
        </p:txBody>
      </p:sp>
      <p:sp>
        <p:nvSpPr>
          <p:cNvPr id="12" name="Title 1"/>
          <p:cNvSpPr>
            <a:spLocks noGrp="1"/>
          </p:cNvSpPr>
          <p:nvPr>
            <p:ph type="title" hasCustomPrompt="1"/>
          </p:nvPr>
        </p:nvSpPr>
        <p:spPr>
          <a:xfrm>
            <a:off x="2235377" y="1914188"/>
            <a:ext cx="7721246" cy="3029625"/>
          </a:xfrm>
          <a:solidFill>
            <a:srgbClr val="FFFFFF"/>
          </a:solidFill>
          <a:ln>
            <a:noFill/>
          </a:ln>
          <a:effectLst>
            <a:outerShdw blurRad="381000" dir="2700000" sx="98000" sy="98000" algn="tl" rotWithShape="0">
              <a:srgbClr val="000000">
                <a:alpha val="85000"/>
              </a:srgbClr>
            </a:outerShdw>
          </a:effectLst>
        </p:spPr>
        <p:txBody>
          <a:bodyPr lIns="324000" tIns="1080000" rIns="324000" bIns="1080000"/>
          <a:lstStyle>
            <a:lvl1pPr algn="ctr">
              <a:lnSpc>
                <a:spcPct val="90000"/>
              </a:lnSpc>
              <a:defRPr sz="8399">
                <a:solidFill>
                  <a:srgbClr val="599A83"/>
                </a:solidFill>
              </a:defRPr>
            </a:lvl1pPr>
          </a:lstStyle>
          <a:p>
            <a:r>
              <a:rPr lang="en-CA" dirty="0"/>
              <a:t>$#,###,###</a:t>
            </a:r>
            <a:endParaRPr lang="en-US" dirty="0"/>
          </a:p>
        </p:txBody>
      </p:sp>
      <p:sp>
        <p:nvSpPr>
          <p:cNvPr id="10" name="Text Placeholder 6"/>
          <p:cNvSpPr>
            <a:spLocks noGrp="1"/>
          </p:cNvSpPr>
          <p:nvPr>
            <p:ph type="body" sz="quarter" idx="13" hasCustomPrompt="1"/>
          </p:nvPr>
        </p:nvSpPr>
        <p:spPr>
          <a:xfrm>
            <a:off x="2476178" y="2259471"/>
            <a:ext cx="7239644" cy="383034"/>
          </a:xfrm>
        </p:spPr>
        <p:txBody>
          <a:bodyPr anchor="ctr"/>
          <a:lstStyle>
            <a:lvl1pPr algn="ctr">
              <a:lnSpc>
                <a:spcPct val="100000"/>
              </a:lnSpc>
              <a:defRPr sz="1575" b="1" baseline="0">
                <a:solidFill>
                  <a:srgbClr val="00673E"/>
                </a:solidFill>
              </a:defRPr>
            </a:lvl1pPr>
          </a:lstStyle>
          <a:p>
            <a:pPr lvl="0"/>
            <a:r>
              <a:rPr lang="en-CA" dirty="0"/>
              <a:t>THIS IS THE TITLE OF YOUR STATISTIC</a:t>
            </a:r>
            <a:endParaRPr lang="en-US" dirty="0"/>
          </a:p>
        </p:txBody>
      </p:sp>
      <p:sp>
        <p:nvSpPr>
          <p:cNvPr id="11" name="Text Placeholder 8"/>
          <p:cNvSpPr>
            <a:spLocks noGrp="1"/>
          </p:cNvSpPr>
          <p:nvPr>
            <p:ph type="body" sz="quarter" idx="14" hasCustomPrompt="1"/>
          </p:nvPr>
        </p:nvSpPr>
        <p:spPr>
          <a:xfrm>
            <a:off x="2476178" y="4232939"/>
            <a:ext cx="7239644" cy="291603"/>
          </a:xfrm>
        </p:spPr>
        <p:txBody>
          <a:bodyPr anchor="ctr"/>
          <a:lstStyle>
            <a:lvl1pPr algn="ctr">
              <a:defRPr sz="1200">
                <a:solidFill>
                  <a:schemeClr val="bg1"/>
                </a:solidFill>
              </a:defRPr>
            </a:lvl1pPr>
          </a:lstStyle>
          <a:p>
            <a:pPr lvl="0"/>
            <a:r>
              <a:rPr lang="en-CA" dirty="0"/>
              <a:t>THIS IS A SPACE FOR A CITATION OR SOURCE</a:t>
            </a:r>
            <a:endParaRPr lang="en-US" dirty="0"/>
          </a:p>
        </p:txBody>
      </p:sp>
    </p:spTree>
    <p:extLst>
      <p:ext uri="{BB962C8B-B14F-4D97-AF65-F5344CB8AC3E}">
        <p14:creationId xmlns:p14="http://schemas.microsoft.com/office/powerpoint/2010/main" val="593054304"/>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Right-Aligned Image with Text + Title">
    <p:bg>
      <p:bgPr>
        <a:solidFill>
          <a:schemeClr val="bg1"/>
        </a:solidFill>
        <a:effectLst/>
      </p:bgPr>
    </p:bg>
    <p:spTree>
      <p:nvGrpSpPr>
        <p:cNvPr id="1" name=""/>
        <p:cNvGrpSpPr/>
        <p:nvPr/>
      </p:nvGrpSpPr>
      <p:grpSpPr>
        <a:xfrm>
          <a:off x="0" y="0"/>
          <a:ext cx="0" cy="0"/>
          <a:chOff x="0" y="0"/>
          <a:chExt cx="0" cy="0"/>
        </a:xfrm>
      </p:grpSpPr>
      <p:sp>
        <p:nvSpPr>
          <p:cNvPr id="12" name="Text Placeholder 5"/>
          <p:cNvSpPr>
            <a:spLocks noGrp="1"/>
          </p:cNvSpPr>
          <p:nvPr>
            <p:ph type="body" sz="quarter" idx="15" hasCustomPrompt="1"/>
          </p:nvPr>
        </p:nvSpPr>
        <p:spPr>
          <a:xfrm>
            <a:off x="609603" y="1803401"/>
            <a:ext cx="5612587"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2" name="Title 1"/>
          <p:cNvSpPr>
            <a:spLocks noGrp="1"/>
          </p:cNvSpPr>
          <p:nvPr>
            <p:ph type="title" hasCustomPrompt="1"/>
          </p:nvPr>
        </p:nvSpPr>
        <p:spPr>
          <a:xfrm>
            <a:off x="609601" y="576274"/>
            <a:ext cx="5612588" cy="1001980"/>
          </a:xfrm>
        </p:spPr>
        <p:txBody>
          <a:bodyPr anchor="t">
            <a:noAutofit/>
          </a:bodyPr>
          <a:lstStyle>
            <a:lvl1pPr>
              <a:defRPr sz="3600" b="1" baseline="0">
                <a:solidFill>
                  <a:srgbClr val="00673E"/>
                </a:solidFill>
              </a:defRPr>
            </a:lvl1pPr>
          </a:lstStyle>
          <a:p>
            <a:r>
              <a:rPr lang="en-CA" dirty="0"/>
              <a:t>A slide with a right-aligned image</a:t>
            </a:r>
            <a:endParaRPr lang="en-US" dirty="0"/>
          </a:p>
        </p:txBody>
      </p:sp>
      <p:sp>
        <p:nvSpPr>
          <p:cNvPr id="10" name="Text Placeholder 9"/>
          <p:cNvSpPr>
            <a:spLocks noGrp="1"/>
          </p:cNvSpPr>
          <p:nvPr>
            <p:ph type="body" sz="quarter" idx="14" hasCustomPrompt="1"/>
          </p:nvPr>
        </p:nvSpPr>
        <p:spPr>
          <a:xfrm>
            <a:off x="2488876" y="4700460"/>
            <a:ext cx="3733314" cy="951040"/>
          </a:xfrm>
        </p:spPr>
        <p:txBody>
          <a:bodyPr anchor="b"/>
          <a:lstStyle>
            <a:lvl1pPr>
              <a:defRPr sz="1575">
                <a:solidFill>
                  <a:srgbClr val="599A83"/>
                </a:solidFill>
              </a:defRPr>
            </a:lvl1pPr>
          </a:lstStyle>
          <a:p>
            <a:pPr lvl="0"/>
            <a:r>
              <a:rPr lang="en-CA" dirty="0"/>
              <a:t>An optional annotation or extra information text box</a:t>
            </a:r>
            <a:endParaRPr lang="en-US" dirty="0"/>
          </a:p>
        </p:txBody>
      </p:sp>
      <p:sp>
        <p:nvSpPr>
          <p:cNvPr id="11" name="Picture Placeholder 4"/>
          <p:cNvSpPr>
            <a:spLocks noGrp="1"/>
          </p:cNvSpPr>
          <p:nvPr>
            <p:ph type="pic" sz="quarter" idx="16" hasCustomPrompt="1"/>
          </p:nvPr>
        </p:nvSpPr>
        <p:spPr>
          <a:xfrm>
            <a:off x="7009488" y="639773"/>
            <a:ext cx="5182512" cy="5011727"/>
          </a:xfrm>
        </p:spPr>
        <p:txBody>
          <a:bodyPr/>
          <a:lstStyle>
            <a:lvl1pPr>
              <a:defRPr baseline="0"/>
            </a:lvl1pPr>
          </a:lstStyle>
          <a:p>
            <a:r>
              <a:rPr lang="en-US" dirty="0"/>
              <a:t>Click on this icon to insert a photo.</a:t>
            </a:r>
          </a:p>
        </p:txBody>
      </p:sp>
      <p:sp>
        <p:nvSpPr>
          <p:cNvPr id="13" name="Text Placeholder 8"/>
          <p:cNvSpPr>
            <a:spLocks noGrp="1"/>
          </p:cNvSpPr>
          <p:nvPr>
            <p:ph type="body" sz="quarter" idx="17" hasCustomPrompt="1"/>
          </p:nvPr>
        </p:nvSpPr>
        <p:spPr>
          <a:xfrm>
            <a:off x="7009488" y="4057215"/>
            <a:ext cx="3771409" cy="702821"/>
          </a:xfrm>
          <a:solidFill>
            <a:srgbClr val="43B02A"/>
          </a:solidFill>
          <a:ln>
            <a:noFill/>
          </a:ln>
        </p:spPr>
        <p:txBody>
          <a:bodyPr wrap="square" lIns="252000" tIns="252000" rIns="252000" bIns="252000" anchor="ctr">
            <a:spAutoFit/>
          </a:bodyPr>
          <a:lstStyle>
            <a:lvl1pPr>
              <a:lnSpc>
                <a:spcPct val="80000"/>
              </a:lnSpc>
              <a:defRPr sz="1575" b="1" baseline="0">
                <a:ln>
                  <a:noFill/>
                </a:ln>
                <a:solidFill>
                  <a:schemeClr val="bg1"/>
                </a:solidFill>
                <a:effectLst/>
              </a:defRPr>
            </a:lvl1pPr>
          </a:lstStyle>
          <a:p>
            <a:pPr lvl="0"/>
            <a:r>
              <a:rPr lang="en-CA" dirty="0"/>
              <a:t>Optional short caption here</a:t>
            </a:r>
            <a:endParaRPr lang="en-US" dirty="0"/>
          </a:p>
        </p:txBody>
      </p:sp>
      <p:pic>
        <p:nvPicPr>
          <p:cNvPr id="15" name="Picture 14"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6" name="Picture 15"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7"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9292BBE9-3329-4EF1-9736-23291503822A}" type="slidenum">
              <a:rPr lang="en-CA" smtClean="0"/>
              <a:t>‹#›</a:t>
            </a:fld>
            <a:endParaRPr lang="en-CA"/>
          </a:p>
        </p:txBody>
      </p:sp>
    </p:spTree>
    <p:extLst>
      <p:ext uri="{BB962C8B-B14F-4D97-AF65-F5344CB8AC3E}">
        <p14:creationId xmlns:p14="http://schemas.microsoft.com/office/powerpoint/2010/main" val="2465959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eft-Aligned Image with Text + Title">
    <p:bg>
      <p:bgPr>
        <a:solidFill>
          <a:schemeClr val="bg1"/>
        </a:solidFill>
        <a:effectLst/>
      </p:bgPr>
    </p:bg>
    <p:spTree>
      <p:nvGrpSpPr>
        <p:cNvPr id="1" name=""/>
        <p:cNvGrpSpPr/>
        <p:nvPr/>
      </p:nvGrpSpPr>
      <p:grpSpPr>
        <a:xfrm>
          <a:off x="0" y="0"/>
          <a:ext cx="0" cy="0"/>
          <a:chOff x="0" y="0"/>
          <a:chExt cx="0" cy="0"/>
        </a:xfrm>
      </p:grpSpPr>
      <p:sp>
        <p:nvSpPr>
          <p:cNvPr id="12" name="Text Placeholder 5"/>
          <p:cNvSpPr>
            <a:spLocks noGrp="1"/>
          </p:cNvSpPr>
          <p:nvPr>
            <p:ph type="body" sz="quarter" idx="15" hasCustomPrompt="1"/>
          </p:nvPr>
        </p:nvSpPr>
        <p:spPr>
          <a:xfrm>
            <a:off x="5993702" y="1803401"/>
            <a:ext cx="5612587" cy="3848100"/>
          </a:xfrm>
        </p:spPr>
        <p:txBody>
          <a:bodyPr/>
          <a:lstStyle>
            <a:lvl1pPr>
              <a:spcBef>
                <a:spcPts val="1200"/>
              </a:spcBef>
              <a:defRPr baseline="0"/>
            </a:lvl1pPr>
            <a:lvl3pPr marL="1515073" indent="-342854">
              <a:buFont typeface="Arial"/>
              <a:buChar char="•"/>
              <a:defRPr/>
            </a:lvl3pPr>
            <a:lvl4pPr>
              <a:spcBef>
                <a:spcPts val="828"/>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2" name="Title 1"/>
          <p:cNvSpPr>
            <a:spLocks noGrp="1"/>
          </p:cNvSpPr>
          <p:nvPr>
            <p:ph type="title" hasCustomPrompt="1"/>
          </p:nvPr>
        </p:nvSpPr>
        <p:spPr>
          <a:xfrm>
            <a:off x="5993700" y="576274"/>
            <a:ext cx="5612588" cy="1001980"/>
          </a:xfrm>
        </p:spPr>
        <p:txBody>
          <a:bodyPr anchor="t">
            <a:noAutofit/>
          </a:bodyPr>
          <a:lstStyle>
            <a:lvl1pPr>
              <a:defRPr sz="3600" b="1" baseline="0">
                <a:solidFill>
                  <a:srgbClr val="00673E"/>
                </a:solidFill>
              </a:defRPr>
            </a:lvl1pPr>
          </a:lstStyle>
          <a:p>
            <a:r>
              <a:rPr lang="en-CA" dirty="0"/>
              <a:t>A slide with a left-aligned image</a:t>
            </a:r>
            <a:endParaRPr lang="en-US" dirty="0"/>
          </a:p>
        </p:txBody>
      </p:sp>
      <p:sp>
        <p:nvSpPr>
          <p:cNvPr id="10" name="Text Placeholder 9"/>
          <p:cNvSpPr>
            <a:spLocks noGrp="1"/>
          </p:cNvSpPr>
          <p:nvPr>
            <p:ph type="body" sz="quarter" idx="14" hasCustomPrompt="1"/>
          </p:nvPr>
        </p:nvSpPr>
        <p:spPr>
          <a:xfrm>
            <a:off x="5993700" y="4700460"/>
            <a:ext cx="3733314" cy="951040"/>
          </a:xfrm>
        </p:spPr>
        <p:txBody>
          <a:bodyPr anchor="b"/>
          <a:lstStyle>
            <a:lvl1pPr>
              <a:defRPr sz="1575">
                <a:solidFill>
                  <a:srgbClr val="599A83"/>
                </a:solidFill>
              </a:defRPr>
            </a:lvl1pPr>
          </a:lstStyle>
          <a:p>
            <a:pPr lvl="0"/>
            <a:r>
              <a:rPr lang="en-CA" dirty="0"/>
              <a:t>An optional annotation or extra information text box</a:t>
            </a:r>
            <a:endParaRPr lang="en-US" dirty="0"/>
          </a:p>
        </p:txBody>
      </p:sp>
      <p:sp>
        <p:nvSpPr>
          <p:cNvPr id="14" name="Picture Placeholder 4"/>
          <p:cNvSpPr>
            <a:spLocks noGrp="1"/>
          </p:cNvSpPr>
          <p:nvPr>
            <p:ph type="pic" sz="quarter" idx="16" hasCustomPrompt="1"/>
          </p:nvPr>
        </p:nvSpPr>
        <p:spPr>
          <a:xfrm>
            <a:off x="0" y="639773"/>
            <a:ext cx="5182512" cy="5011727"/>
          </a:xfrm>
        </p:spPr>
        <p:txBody>
          <a:bodyPr/>
          <a:lstStyle>
            <a:lvl1pPr>
              <a:defRPr baseline="0"/>
            </a:lvl1pPr>
          </a:lstStyle>
          <a:p>
            <a:r>
              <a:rPr lang="en-US" dirty="0"/>
              <a:t>Click on this icon to insert a photo.</a:t>
            </a:r>
          </a:p>
        </p:txBody>
      </p:sp>
      <p:sp>
        <p:nvSpPr>
          <p:cNvPr id="15" name="Text Placeholder 8"/>
          <p:cNvSpPr>
            <a:spLocks noGrp="1"/>
          </p:cNvSpPr>
          <p:nvPr>
            <p:ph type="body" sz="quarter" idx="17" hasCustomPrompt="1"/>
          </p:nvPr>
        </p:nvSpPr>
        <p:spPr>
          <a:xfrm>
            <a:off x="1" y="4057215"/>
            <a:ext cx="3771409" cy="702821"/>
          </a:xfrm>
          <a:solidFill>
            <a:srgbClr val="43B02A"/>
          </a:solidFill>
          <a:ln>
            <a:noFill/>
          </a:ln>
        </p:spPr>
        <p:txBody>
          <a:bodyPr wrap="square" lIns="252000" tIns="252000" rIns="252000" bIns="252000" anchor="ctr">
            <a:spAutoFit/>
          </a:bodyPr>
          <a:lstStyle>
            <a:lvl1pPr>
              <a:lnSpc>
                <a:spcPct val="80000"/>
              </a:lnSpc>
              <a:defRPr sz="1575" b="1" baseline="0">
                <a:ln>
                  <a:noFill/>
                </a:ln>
                <a:solidFill>
                  <a:schemeClr val="bg1"/>
                </a:solidFill>
                <a:effectLst/>
              </a:defRPr>
            </a:lvl1pPr>
          </a:lstStyle>
          <a:p>
            <a:pPr lvl="0"/>
            <a:r>
              <a:rPr lang="en-CA" dirty="0"/>
              <a:t>Optional short caption here</a:t>
            </a:r>
            <a:endParaRPr lang="en-US" dirty="0"/>
          </a:p>
        </p:txBody>
      </p:sp>
      <p:pic>
        <p:nvPicPr>
          <p:cNvPr id="16" name="Picture 15"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7" name="Picture 16"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8"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9292BBE9-3329-4EF1-9736-23291503822A}" type="slidenum">
              <a:rPr lang="en-CA" smtClean="0"/>
              <a:t>‹#›</a:t>
            </a:fld>
            <a:endParaRPr lang="en-CA"/>
          </a:p>
        </p:txBody>
      </p:sp>
    </p:spTree>
    <p:extLst>
      <p:ext uri="{BB962C8B-B14F-4D97-AF65-F5344CB8AC3E}">
        <p14:creationId xmlns:p14="http://schemas.microsoft.com/office/powerpoint/2010/main" val="96385809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ull Frame Photo">
    <p:bg>
      <p:bgPr>
        <a:solidFill>
          <a:schemeClr val="bg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889" y="0"/>
            <a:ext cx="12191111" cy="6858000"/>
          </a:xfrm>
        </p:spPr>
        <p:txBody>
          <a:bodyPr/>
          <a:lstStyle>
            <a:lvl1pPr marL="0" indent="0">
              <a:buNone/>
              <a:defRPr sz="3000" baseline="0"/>
            </a:lvl1pPr>
            <a:lvl2pPr marL="586109" indent="0">
              <a:buNone/>
              <a:defRPr sz="3600"/>
            </a:lvl2pPr>
            <a:lvl3pPr marL="1172219" indent="0">
              <a:buNone/>
              <a:defRPr sz="3075"/>
            </a:lvl3pPr>
            <a:lvl4pPr marL="1758328" indent="0">
              <a:buNone/>
              <a:defRPr sz="2550"/>
            </a:lvl4pPr>
            <a:lvl5pPr marL="2344438" indent="0">
              <a:buNone/>
              <a:defRPr sz="2550"/>
            </a:lvl5pPr>
            <a:lvl6pPr marL="2930547" indent="0">
              <a:buNone/>
              <a:defRPr sz="2550"/>
            </a:lvl6pPr>
            <a:lvl7pPr marL="3516656" indent="0">
              <a:buNone/>
              <a:defRPr sz="2550"/>
            </a:lvl7pPr>
            <a:lvl8pPr marL="4102766" indent="0">
              <a:buNone/>
              <a:defRPr sz="2550"/>
            </a:lvl8pPr>
            <a:lvl9pPr marL="4688875" indent="0">
              <a:buNone/>
              <a:defRPr sz="2550"/>
            </a:lvl9pPr>
          </a:lstStyle>
          <a:p>
            <a:r>
              <a:rPr lang="en-US" dirty="0"/>
              <a:t>Click on this icon to insert a photo.</a:t>
            </a:r>
          </a:p>
        </p:txBody>
      </p:sp>
      <p:sp>
        <p:nvSpPr>
          <p:cNvPr id="8" name="Text Placeholder 8"/>
          <p:cNvSpPr>
            <a:spLocks noGrp="1"/>
          </p:cNvSpPr>
          <p:nvPr>
            <p:ph type="body" sz="quarter" idx="16" hasCustomPrompt="1"/>
          </p:nvPr>
        </p:nvSpPr>
        <p:spPr>
          <a:xfrm>
            <a:off x="1" y="4680866"/>
            <a:ext cx="5968223" cy="678593"/>
          </a:xfrm>
          <a:solidFill>
            <a:srgbClr val="43B02A"/>
          </a:solidFill>
          <a:ln>
            <a:noFill/>
          </a:ln>
        </p:spPr>
        <p:txBody>
          <a:bodyPr wrap="square" lIns="252000" tIns="180000" rIns="252000" bIns="252000" anchor="ctr">
            <a:spAutoFit/>
          </a:bodyPr>
          <a:lstStyle>
            <a:lvl1pPr>
              <a:lnSpc>
                <a:spcPct val="100000"/>
              </a:lnSpc>
              <a:defRPr sz="1575" b="1" baseline="0">
                <a:ln>
                  <a:noFill/>
                </a:ln>
                <a:solidFill>
                  <a:schemeClr val="bg1"/>
                </a:solidFill>
                <a:effectLst/>
              </a:defRPr>
            </a:lvl1pPr>
          </a:lstStyle>
          <a:p>
            <a:pPr lvl="0"/>
            <a:r>
              <a:rPr lang="en-CA" dirty="0"/>
              <a:t>Optional short caption here</a:t>
            </a:r>
            <a:endParaRPr lang="en-US" dirty="0"/>
          </a:p>
        </p:txBody>
      </p:sp>
    </p:spTree>
    <p:extLst>
      <p:ext uri="{BB962C8B-B14F-4D97-AF65-F5344CB8AC3E}">
        <p14:creationId xmlns:p14="http://schemas.microsoft.com/office/powerpoint/2010/main" val="320419611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wo Photos">
    <p:bg>
      <p:bgPr>
        <a:solidFill>
          <a:schemeClr val="bg1"/>
        </a:solidFill>
        <a:effectLst/>
      </p:bgPr>
    </p:bg>
    <p:spTree>
      <p:nvGrpSpPr>
        <p:cNvPr id="1" name=""/>
        <p:cNvGrpSpPr/>
        <p:nvPr/>
      </p:nvGrpSpPr>
      <p:grpSpPr>
        <a:xfrm>
          <a:off x="0" y="0"/>
          <a:ext cx="0" cy="0"/>
          <a:chOff x="0" y="0"/>
          <a:chExt cx="0" cy="0"/>
        </a:xfrm>
      </p:grpSpPr>
      <p:pic>
        <p:nvPicPr>
          <p:cNvPr id="12" name="Picture 11" descr="swoosh-85.eps"/>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0" y="2822884"/>
            <a:ext cx="12192000" cy="1304320"/>
          </a:xfrm>
          <a:prstGeom prst="rect">
            <a:avLst/>
          </a:prstGeom>
        </p:spPr>
      </p:pic>
      <p:sp>
        <p:nvSpPr>
          <p:cNvPr id="4" name="Picture Placeholder 3"/>
          <p:cNvSpPr>
            <a:spLocks noGrp="1"/>
          </p:cNvSpPr>
          <p:nvPr>
            <p:ph type="pic" sz="quarter" idx="10" hasCustomPrompt="1"/>
          </p:nvPr>
        </p:nvSpPr>
        <p:spPr>
          <a:xfrm>
            <a:off x="6249078" y="622301"/>
            <a:ext cx="5333402" cy="5022000"/>
          </a:xfrm>
        </p:spPr>
        <p:txBody>
          <a:bodyPr/>
          <a:lstStyle/>
          <a:p>
            <a:r>
              <a:rPr lang="en-US" dirty="0"/>
              <a:t>Click on this icon to insert a photo.</a:t>
            </a:r>
          </a:p>
        </p:txBody>
      </p:sp>
      <p:sp>
        <p:nvSpPr>
          <p:cNvPr id="6" name="Picture Placeholder 5"/>
          <p:cNvSpPr>
            <a:spLocks noGrp="1"/>
          </p:cNvSpPr>
          <p:nvPr>
            <p:ph type="pic" sz="quarter" idx="11" hasCustomPrompt="1"/>
          </p:nvPr>
        </p:nvSpPr>
        <p:spPr>
          <a:xfrm>
            <a:off x="622220" y="622301"/>
            <a:ext cx="5358701" cy="5022000"/>
          </a:xfrm>
        </p:spPr>
        <p:txBody>
          <a:bodyPr/>
          <a:lstStyle/>
          <a:p>
            <a:r>
              <a:rPr lang="en-US" dirty="0"/>
              <a:t>Click on this icon to insert a photo.</a:t>
            </a:r>
          </a:p>
        </p:txBody>
      </p:sp>
      <p:sp>
        <p:nvSpPr>
          <p:cNvPr id="9" name="Text Placeholder 8"/>
          <p:cNvSpPr>
            <a:spLocks noGrp="1"/>
          </p:cNvSpPr>
          <p:nvPr>
            <p:ph type="body" sz="quarter" idx="16" hasCustomPrompt="1"/>
          </p:nvPr>
        </p:nvSpPr>
        <p:spPr>
          <a:xfrm>
            <a:off x="622220" y="4064673"/>
            <a:ext cx="3504743" cy="702821"/>
          </a:xfrm>
          <a:solidFill>
            <a:srgbClr val="43B02A"/>
          </a:solidFill>
          <a:ln>
            <a:noFill/>
          </a:ln>
        </p:spPr>
        <p:txBody>
          <a:bodyPr wrap="square" lIns="252000" tIns="252000" rIns="252000" bIns="252000" anchor="ctr">
            <a:spAutoFit/>
          </a:bodyPr>
          <a:lstStyle>
            <a:lvl1pPr>
              <a:lnSpc>
                <a:spcPct val="80000"/>
              </a:lnSpc>
              <a:defRPr sz="1575" b="1">
                <a:ln>
                  <a:noFill/>
                </a:ln>
                <a:solidFill>
                  <a:schemeClr val="bg1"/>
                </a:solidFill>
                <a:effectLst/>
              </a:defRPr>
            </a:lvl1pPr>
          </a:lstStyle>
          <a:p>
            <a:pPr lvl="0"/>
            <a:r>
              <a:rPr lang="en-CA" dirty="0"/>
              <a:t>Optional short caption here</a:t>
            </a:r>
            <a:endParaRPr lang="en-US" dirty="0"/>
          </a:p>
        </p:txBody>
      </p:sp>
      <p:sp>
        <p:nvSpPr>
          <p:cNvPr id="11" name="Text Placeholder 8"/>
          <p:cNvSpPr>
            <a:spLocks noGrp="1"/>
          </p:cNvSpPr>
          <p:nvPr>
            <p:ph type="body" sz="quarter" idx="18" hasCustomPrompt="1"/>
          </p:nvPr>
        </p:nvSpPr>
        <p:spPr>
          <a:xfrm>
            <a:off x="6249079" y="4064673"/>
            <a:ext cx="3490554" cy="702821"/>
          </a:xfrm>
          <a:solidFill>
            <a:srgbClr val="43B02A"/>
          </a:solidFill>
          <a:ln>
            <a:noFill/>
          </a:ln>
        </p:spPr>
        <p:txBody>
          <a:bodyPr wrap="square" lIns="252000" tIns="252000" rIns="252000" bIns="252000" anchor="ctr">
            <a:spAutoFit/>
          </a:bodyPr>
          <a:lstStyle>
            <a:lvl1pPr>
              <a:lnSpc>
                <a:spcPct val="80000"/>
              </a:lnSpc>
              <a:defRPr sz="1575" b="1">
                <a:ln>
                  <a:noFill/>
                </a:ln>
                <a:solidFill>
                  <a:schemeClr val="bg1"/>
                </a:solidFill>
                <a:effectLst/>
              </a:defRPr>
            </a:lvl1pPr>
          </a:lstStyle>
          <a:p>
            <a:pPr lvl="0"/>
            <a:r>
              <a:rPr lang="en-CA" dirty="0"/>
              <a:t>Optional short caption here</a:t>
            </a:r>
            <a:endParaRPr lang="en-US" dirty="0"/>
          </a:p>
        </p:txBody>
      </p:sp>
      <p:pic>
        <p:nvPicPr>
          <p:cNvPr id="16" name="Picture 15" descr="green-bar.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17" name="Picture 16" descr="ac-icon.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8"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9292BBE9-3329-4EF1-9736-23291503822A}" type="slidenum">
              <a:rPr lang="en-CA" smtClean="0"/>
              <a:t>‹#›</a:t>
            </a:fld>
            <a:endParaRPr lang="en-CA"/>
          </a:p>
        </p:txBody>
      </p:sp>
    </p:spTree>
    <p:extLst>
      <p:ext uri="{BB962C8B-B14F-4D97-AF65-F5344CB8AC3E}">
        <p14:creationId xmlns:p14="http://schemas.microsoft.com/office/powerpoint/2010/main" val="841714654"/>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hoto with Description">
    <p:bg>
      <p:bgPr>
        <a:solidFill>
          <a:schemeClr val="bg1"/>
        </a:solidFill>
        <a:effectLst/>
      </p:bgPr>
    </p:bg>
    <p:spTree>
      <p:nvGrpSpPr>
        <p:cNvPr id="1" name=""/>
        <p:cNvGrpSpPr/>
        <p:nvPr/>
      </p:nvGrpSpPr>
      <p:grpSpPr>
        <a:xfrm>
          <a:off x="0" y="0"/>
          <a:ext cx="0" cy="0"/>
          <a:chOff x="0" y="0"/>
          <a:chExt cx="0" cy="0"/>
        </a:xfrm>
      </p:grpSpPr>
      <p:pic>
        <p:nvPicPr>
          <p:cNvPr id="11" name="Picture 10" descr="swoosh-85.eps"/>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0" y="3895645"/>
            <a:ext cx="12192000" cy="1304320"/>
          </a:xfrm>
          <a:prstGeom prst="rect">
            <a:avLst/>
          </a:prstGeom>
        </p:spPr>
      </p:pic>
      <p:sp>
        <p:nvSpPr>
          <p:cNvPr id="12" name="Picture Placeholder 5"/>
          <p:cNvSpPr>
            <a:spLocks noGrp="1"/>
          </p:cNvSpPr>
          <p:nvPr>
            <p:ph type="pic" sz="quarter" idx="11" hasCustomPrompt="1"/>
          </p:nvPr>
        </p:nvSpPr>
        <p:spPr>
          <a:xfrm>
            <a:off x="622220" y="622301"/>
            <a:ext cx="8698367" cy="5022000"/>
          </a:xfrm>
        </p:spPr>
        <p:txBody>
          <a:bodyPr/>
          <a:lstStyle>
            <a:lvl1pPr>
              <a:defRPr baseline="0"/>
            </a:lvl1pPr>
          </a:lstStyle>
          <a:p>
            <a:r>
              <a:rPr lang="en-US" dirty="0"/>
              <a:t>Click on this icon to insert a photo.</a:t>
            </a:r>
          </a:p>
        </p:txBody>
      </p:sp>
      <p:sp>
        <p:nvSpPr>
          <p:cNvPr id="13" name="Text Placeholder 8"/>
          <p:cNvSpPr>
            <a:spLocks noGrp="1"/>
          </p:cNvSpPr>
          <p:nvPr>
            <p:ph type="body" sz="quarter" idx="16" hasCustomPrompt="1"/>
          </p:nvPr>
        </p:nvSpPr>
        <p:spPr>
          <a:xfrm>
            <a:off x="622220" y="4064673"/>
            <a:ext cx="3504743" cy="702821"/>
          </a:xfrm>
          <a:solidFill>
            <a:srgbClr val="43B02A"/>
          </a:solidFill>
          <a:ln>
            <a:noFill/>
          </a:ln>
        </p:spPr>
        <p:txBody>
          <a:bodyPr wrap="square" lIns="252000" tIns="252000" rIns="252000" bIns="252000" anchor="ctr">
            <a:spAutoFit/>
          </a:bodyPr>
          <a:lstStyle>
            <a:lvl1pPr>
              <a:lnSpc>
                <a:spcPct val="80000"/>
              </a:lnSpc>
              <a:defRPr sz="1575" b="1">
                <a:ln>
                  <a:noFill/>
                </a:ln>
                <a:solidFill>
                  <a:schemeClr val="bg1"/>
                </a:solidFill>
                <a:effectLst/>
              </a:defRPr>
            </a:lvl1pPr>
          </a:lstStyle>
          <a:p>
            <a:pPr lvl="0"/>
            <a:r>
              <a:rPr lang="en-CA" dirty="0"/>
              <a:t>Optional short caption here</a:t>
            </a:r>
            <a:endParaRPr lang="en-US" dirty="0"/>
          </a:p>
        </p:txBody>
      </p:sp>
      <p:sp>
        <p:nvSpPr>
          <p:cNvPr id="14" name="Text Placeholder 9"/>
          <p:cNvSpPr>
            <a:spLocks noGrp="1"/>
          </p:cNvSpPr>
          <p:nvPr>
            <p:ph type="body" sz="quarter" idx="14" hasCustomPrompt="1"/>
          </p:nvPr>
        </p:nvSpPr>
        <p:spPr>
          <a:xfrm>
            <a:off x="9827671" y="551258"/>
            <a:ext cx="1754730" cy="5100242"/>
          </a:xfrm>
        </p:spPr>
        <p:txBody>
          <a:bodyPr/>
          <a:lstStyle>
            <a:lvl1pPr>
              <a:spcBef>
                <a:spcPts val="1275"/>
              </a:spcBef>
              <a:defRPr sz="1575">
                <a:solidFill>
                  <a:srgbClr val="599A83"/>
                </a:solidFill>
              </a:defRPr>
            </a:lvl1pPr>
          </a:lstStyle>
          <a:p>
            <a:pPr lvl="0"/>
            <a:r>
              <a:rPr lang="en-CA" dirty="0"/>
              <a:t>An optional annotation or extra information text box</a:t>
            </a:r>
            <a:endParaRPr lang="en-US" dirty="0"/>
          </a:p>
        </p:txBody>
      </p:sp>
      <p:pic>
        <p:nvPicPr>
          <p:cNvPr id="19" name="Picture 18" descr="green-bar.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20" name="Picture 19" descr="ac-icon.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21"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9292BBE9-3329-4EF1-9736-23291503822A}" type="slidenum">
              <a:rPr lang="en-CA" smtClean="0"/>
              <a:t>‹#›</a:t>
            </a:fld>
            <a:endParaRPr lang="en-CA"/>
          </a:p>
        </p:txBody>
      </p:sp>
    </p:spTree>
    <p:extLst>
      <p:ext uri="{BB962C8B-B14F-4D97-AF65-F5344CB8AC3E}">
        <p14:creationId xmlns:p14="http://schemas.microsoft.com/office/powerpoint/2010/main" val="2336972701"/>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Graphic + Title and Description">
    <p:bg>
      <p:bgPr>
        <a:solidFill>
          <a:schemeClr val="bg1"/>
        </a:solidFill>
        <a:effectLst/>
      </p:bgPr>
    </p:bg>
    <p:spTree>
      <p:nvGrpSpPr>
        <p:cNvPr id="1" name=""/>
        <p:cNvGrpSpPr/>
        <p:nvPr/>
      </p:nvGrpSpPr>
      <p:grpSpPr>
        <a:xfrm>
          <a:off x="0" y="0"/>
          <a:ext cx="0" cy="0"/>
          <a:chOff x="0" y="0"/>
          <a:chExt cx="0" cy="0"/>
        </a:xfrm>
      </p:grpSpPr>
      <p:pic>
        <p:nvPicPr>
          <p:cNvPr id="12" name="Picture 11" descr="swoosh-85.eps"/>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0" y="3895645"/>
            <a:ext cx="12192000" cy="1304320"/>
          </a:xfrm>
          <a:prstGeom prst="rect">
            <a:avLst/>
          </a:prstGeom>
        </p:spPr>
      </p:pic>
      <p:sp>
        <p:nvSpPr>
          <p:cNvPr id="13" name="Picture Placeholder 5"/>
          <p:cNvSpPr>
            <a:spLocks noGrp="1"/>
          </p:cNvSpPr>
          <p:nvPr>
            <p:ph type="pic" sz="quarter" idx="11" hasCustomPrompt="1"/>
          </p:nvPr>
        </p:nvSpPr>
        <p:spPr>
          <a:xfrm>
            <a:off x="622220" y="1803401"/>
            <a:ext cx="7093623" cy="3840900"/>
          </a:xfrm>
        </p:spPr>
        <p:txBody>
          <a:bodyPr/>
          <a:lstStyle/>
          <a:p>
            <a:r>
              <a:rPr lang="en-US" dirty="0"/>
              <a:t>Click on this icon to insert a graphic.</a:t>
            </a:r>
          </a:p>
        </p:txBody>
      </p:sp>
      <p:sp>
        <p:nvSpPr>
          <p:cNvPr id="20"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graphic slide with a title and optional annotation</a:t>
            </a:r>
            <a:endParaRPr lang="en-US" dirty="0"/>
          </a:p>
        </p:txBody>
      </p:sp>
      <p:sp>
        <p:nvSpPr>
          <p:cNvPr id="23" name="Text Placeholder 9"/>
          <p:cNvSpPr>
            <a:spLocks noGrp="1"/>
          </p:cNvSpPr>
          <p:nvPr>
            <p:ph type="body" sz="quarter" idx="14" hasCustomPrompt="1"/>
          </p:nvPr>
        </p:nvSpPr>
        <p:spPr>
          <a:xfrm>
            <a:off x="9827671" y="551258"/>
            <a:ext cx="1754730" cy="5100242"/>
          </a:xfrm>
        </p:spPr>
        <p:txBody>
          <a:bodyPr/>
          <a:lstStyle>
            <a:lvl1pPr>
              <a:spcBef>
                <a:spcPts val="1275"/>
              </a:spcBef>
              <a:defRPr sz="1575">
                <a:solidFill>
                  <a:srgbClr val="599A83"/>
                </a:solidFill>
              </a:defRPr>
            </a:lvl1pPr>
          </a:lstStyle>
          <a:p>
            <a:pPr lvl="0"/>
            <a:r>
              <a:rPr lang="en-CA" dirty="0"/>
              <a:t>An optional annotation or extra information text box</a:t>
            </a:r>
            <a:endParaRPr lang="en-US" dirty="0"/>
          </a:p>
        </p:txBody>
      </p:sp>
      <p:pic>
        <p:nvPicPr>
          <p:cNvPr id="24" name="Picture 23" descr="green-bar.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25" name="Picture 24" descr="ac-icon.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26"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9292BBE9-3329-4EF1-9736-23291503822A}" type="slidenum">
              <a:rPr lang="en-CA" smtClean="0"/>
              <a:t>‹#›</a:t>
            </a:fld>
            <a:endParaRPr lang="en-CA"/>
          </a:p>
        </p:txBody>
      </p:sp>
    </p:spTree>
    <p:extLst>
      <p:ext uri="{BB962C8B-B14F-4D97-AF65-F5344CB8AC3E}">
        <p14:creationId xmlns:p14="http://schemas.microsoft.com/office/powerpoint/2010/main" val="2768502407"/>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able or Chart">
    <p:bg>
      <p:bgRef idx="1001">
        <a:schemeClr val="bg1"/>
      </p:bgRef>
    </p:bg>
    <p:spTree>
      <p:nvGrpSpPr>
        <p:cNvPr id="1" name=""/>
        <p:cNvGrpSpPr/>
        <p:nvPr/>
      </p:nvGrpSpPr>
      <p:grpSpPr>
        <a:xfrm>
          <a:off x="0" y="0"/>
          <a:ext cx="0" cy="0"/>
          <a:chOff x="0" y="0"/>
          <a:chExt cx="0" cy="0"/>
        </a:xfrm>
      </p:grpSpPr>
      <p:pic>
        <p:nvPicPr>
          <p:cNvPr id="5" name="Picture 4" descr="green-bar.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48401"/>
            <a:ext cx="12190809" cy="614507"/>
          </a:xfrm>
          <a:prstGeom prst="rect">
            <a:avLst/>
          </a:prstGeom>
        </p:spPr>
      </p:pic>
      <p:pic>
        <p:nvPicPr>
          <p:cNvPr id="8" name="Picture 7" descr="ac-icon.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76638" y="6446601"/>
            <a:ext cx="295973" cy="218107"/>
          </a:xfrm>
          <a:prstGeom prst="rect">
            <a:avLst/>
          </a:prstGeom>
        </p:spPr>
      </p:pic>
      <p:sp>
        <p:nvSpPr>
          <p:cNvPr id="13" name="Slide Number Placeholder 8"/>
          <p:cNvSpPr>
            <a:spLocks noGrp="1"/>
          </p:cNvSpPr>
          <p:nvPr>
            <p:ph type="sldNum" sz="quarter" idx="19"/>
          </p:nvPr>
        </p:nvSpPr>
        <p:spPr>
          <a:xfrm>
            <a:off x="149297" y="6373091"/>
            <a:ext cx="396810" cy="365126"/>
          </a:xfrm>
        </p:spPr>
        <p:txBody>
          <a:bodyPr/>
          <a:lstStyle>
            <a:lvl1pPr>
              <a:defRPr>
                <a:solidFill>
                  <a:schemeClr val="accent3"/>
                </a:solidFill>
              </a:defRPr>
            </a:lvl1pPr>
          </a:lstStyle>
          <a:p>
            <a:fld id="{9292BBE9-3329-4EF1-9736-23291503822A}" type="slidenum">
              <a:rPr lang="en-CA" smtClean="0"/>
              <a:t>‹#›</a:t>
            </a:fld>
            <a:endParaRPr lang="en-CA"/>
          </a:p>
        </p:txBody>
      </p:sp>
      <p:sp>
        <p:nvSpPr>
          <p:cNvPr id="15" name="Title 1"/>
          <p:cNvSpPr>
            <a:spLocks noGrp="1"/>
          </p:cNvSpPr>
          <p:nvPr>
            <p:ph type="title" hasCustomPrompt="1"/>
          </p:nvPr>
        </p:nvSpPr>
        <p:spPr>
          <a:xfrm>
            <a:off x="609601" y="576274"/>
            <a:ext cx="7106241" cy="1001980"/>
          </a:xfrm>
        </p:spPr>
        <p:txBody>
          <a:bodyPr anchor="t">
            <a:noAutofit/>
          </a:bodyPr>
          <a:lstStyle>
            <a:lvl1pPr>
              <a:defRPr sz="3600" b="1" baseline="0">
                <a:solidFill>
                  <a:srgbClr val="00673E"/>
                </a:solidFill>
              </a:defRPr>
            </a:lvl1pPr>
          </a:lstStyle>
          <a:p>
            <a:r>
              <a:rPr lang="en-CA" dirty="0"/>
              <a:t>This is a chart or table slide with optional annotation</a:t>
            </a:r>
            <a:endParaRPr lang="en-US" dirty="0"/>
          </a:p>
        </p:txBody>
      </p:sp>
      <p:sp>
        <p:nvSpPr>
          <p:cNvPr id="17" name="Table Placeholder 3"/>
          <p:cNvSpPr>
            <a:spLocks noGrp="1"/>
          </p:cNvSpPr>
          <p:nvPr>
            <p:ph type="tbl" sz="quarter" idx="20" hasCustomPrompt="1"/>
          </p:nvPr>
        </p:nvSpPr>
        <p:spPr>
          <a:xfrm>
            <a:off x="609540" y="1803798"/>
            <a:ext cx="7106147" cy="3840956"/>
          </a:xfrm>
        </p:spPr>
        <p:txBody>
          <a:bodyPr/>
          <a:lstStyle>
            <a:lvl1pPr>
              <a:defRPr baseline="0"/>
            </a:lvl1pPr>
          </a:lstStyle>
          <a:p>
            <a:r>
              <a:rPr lang="en-US" dirty="0"/>
              <a:t>Click on the icon to insert a table or chart.</a:t>
            </a:r>
          </a:p>
        </p:txBody>
      </p:sp>
      <p:sp>
        <p:nvSpPr>
          <p:cNvPr id="18" name="Text Placeholder 9"/>
          <p:cNvSpPr>
            <a:spLocks noGrp="1"/>
          </p:cNvSpPr>
          <p:nvPr>
            <p:ph type="body" sz="quarter" idx="14" hasCustomPrompt="1"/>
          </p:nvPr>
        </p:nvSpPr>
        <p:spPr>
          <a:xfrm>
            <a:off x="9827671" y="551258"/>
            <a:ext cx="1754730" cy="5100242"/>
          </a:xfrm>
        </p:spPr>
        <p:txBody>
          <a:bodyPr/>
          <a:lstStyle>
            <a:lvl1pPr>
              <a:spcBef>
                <a:spcPts val="1275"/>
              </a:spcBef>
              <a:defRPr sz="1575">
                <a:solidFill>
                  <a:srgbClr val="599A83"/>
                </a:solidFill>
              </a:defRPr>
            </a:lvl1pPr>
          </a:lstStyle>
          <a:p>
            <a:pPr lvl="0"/>
            <a:r>
              <a:rPr lang="en-CA" dirty="0"/>
              <a:t>An optional annotation or extra information text box</a:t>
            </a:r>
            <a:endParaRPr lang="en-US" dirty="0"/>
          </a:p>
        </p:txBody>
      </p:sp>
    </p:spTree>
    <p:extLst>
      <p:ext uri="{BB962C8B-B14F-4D97-AF65-F5344CB8AC3E}">
        <p14:creationId xmlns:p14="http://schemas.microsoft.com/office/powerpoint/2010/main" val="1659235550"/>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Outro Slide">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2211100" y="2338355"/>
            <a:ext cx="7769800" cy="1959129"/>
          </a:xfrm>
        </p:spPr>
        <p:txBody>
          <a:bodyPr lIns="0" tIns="0" rIns="0" bIns="0" anchor="ctr">
            <a:noAutofit/>
          </a:bodyPr>
          <a:lstStyle>
            <a:lvl1pPr marL="0" indent="0" algn="ctr">
              <a:buNone/>
              <a:defRPr sz="3600" baseline="0">
                <a:solidFill>
                  <a:schemeClr val="accent5"/>
                </a:solidFill>
              </a:defRPr>
            </a:lvl1pPr>
            <a:lvl2pPr marL="586109" indent="0" algn="ctr">
              <a:buNone/>
              <a:defRPr>
                <a:solidFill>
                  <a:schemeClr val="tx1">
                    <a:tint val="75000"/>
                  </a:schemeClr>
                </a:solidFill>
              </a:defRPr>
            </a:lvl2pPr>
            <a:lvl3pPr marL="1172219" indent="0" algn="ctr">
              <a:buNone/>
              <a:defRPr>
                <a:solidFill>
                  <a:schemeClr val="tx1">
                    <a:tint val="75000"/>
                  </a:schemeClr>
                </a:solidFill>
              </a:defRPr>
            </a:lvl3pPr>
            <a:lvl4pPr marL="1758328" indent="0" algn="ctr">
              <a:buNone/>
              <a:defRPr>
                <a:solidFill>
                  <a:schemeClr val="tx1">
                    <a:tint val="75000"/>
                  </a:schemeClr>
                </a:solidFill>
              </a:defRPr>
            </a:lvl4pPr>
            <a:lvl5pPr marL="2344438" indent="0" algn="ctr">
              <a:buNone/>
              <a:defRPr>
                <a:solidFill>
                  <a:schemeClr val="tx1">
                    <a:tint val="75000"/>
                  </a:schemeClr>
                </a:solidFill>
              </a:defRPr>
            </a:lvl5pPr>
            <a:lvl6pPr marL="2930547" indent="0" algn="ctr">
              <a:buNone/>
              <a:defRPr>
                <a:solidFill>
                  <a:schemeClr val="tx1">
                    <a:tint val="75000"/>
                  </a:schemeClr>
                </a:solidFill>
              </a:defRPr>
            </a:lvl6pPr>
            <a:lvl7pPr marL="3516656" indent="0" algn="ctr">
              <a:buNone/>
              <a:defRPr>
                <a:solidFill>
                  <a:schemeClr val="tx1">
                    <a:tint val="75000"/>
                  </a:schemeClr>
                </a:solidFill>
              </a:defRPr>
            </a:lvl7pPr>
            <a:lvl8pPr marL="4102766" indent="0" algn="ctr">
              <a:buNone/>
              <a:defRPr>
                <a:solidFill>
                  <a:schemeClr val="tx1">
                    <a:tint val="75000"/>
                  </a:schemeClr>
                </a:solidFill>
              </a:defRPr>
            </a:lvl8pPr>
            <a:lvl9pPr marL="4688875" indent="0" algn="ctr">
              <a:buNone/>
              <a:defRPr>
                <a:solidFill>
                  <a:schemeClr val="tx1">
                    <a:tint val="75000"/>
                  </a:schemeClr>
                </a:solidFill>
              </a:defRPr>
            </a:lvl9pPr>
          </a:lstStyle>
          <a:p>
            <a:r>
              <a:rPr lang="en-CA" dirty="0"/>
              <a:t>Questions? Put your contact prompt message and your email here.</a:t>
            </a:r>
            <a:endParaRPr lang="en-US" dirty="0"/>
          </a:p>
        </p:txBody>
      </p:sp>
      <p:sp>
        <p:nvSpPr>
          <p:cNvPr id="2" name="Title 1"/>
          <p:cNvSpPr>
            <a:spLocks noGrp="1"/>
          </p:cNvSpPr>
          <p:nvPr>
            <p:ph type="ctrTitle" hasCustomPrompt="1"/>
          </p:nvPr>
        </p:nvSpPr>
        <p:spPr>
          <a:xfrm>
            <a:off x="2490464" y="1562096"/>
            <a:ext cx="7211074" cy="763559"/>
          </a:xfrm>
        </p:spPr>
        <p:txBody>
          <a:bodyPr anchor="b"/>
          <a:lstStyle>
            <a:lvl1pPr algn="ctr">
              <a:defRPr baseline="0">
                <a:solidFill>
                  <a:srgbClr val="00673E"/>
                </a:solidFill>
              </a:defRPr>
            </a:lvl1pPr>
          </a:lstStyle>
          <a:p>
            <a:r>
              <a:rPr lang="en-CA" dirty="0"/>
              <a:t>Thank you message</a:t>
            </a:r>
            <a:endParaRPr lang="en-US" dirty="0"/>
          </a:p>
        </p:txBody>
      </p:sp>
      <p:sp>
        <p:nvSpPr>
          <p:cNvPr id="5" name="Text Placeholder 4"/>
          <p:cNvSpPr>
            <a:spLocks noGrp="1"/>
          </p:cNvSpPr>
          <p:nvPr>
            <p:ph type="body" sz="quarter" idx="10" hasCustomPrompt="1"/>
          </p:nvPr>
        </p:nvSpPr>
        <p:spPr>
          <a:xfrm>
            <a:off x="2490463" y="4513380"/>
            <a:ext cx="7211075" cy="346810"/>
          </a:xfrm>
        </p:spPr>
        <p:txBody>
          <a:bodyPr anchor="t"/>
          <a:lstStyle>
            <a:lvl1pPr algn="ctr">
              <a:defRPr>
                <a:solidFill>
                  <a:schemeClr val="accent2"/>
                </a:solidFill>
              </a:defRPr>
            </a:lvl1pPr>
          </a:lstStyle>
          <a:p>
            <a:pPr lvl="0"/>
            <a:r>
              <a:rPr lang="en-CA" dirty="0" err="1"/>
              <a:t>www.algonquincollege.com</a:t>
            </a:r>
            <a:r>
              <a:rPr lang="en-CA" dirty="0"/>
              <a:t>/</a:t>
            </a:r>
            <a:r>
              <a:rPr lang="en-CA" dirty="0" err="1"/>
              <a:t>relevantURL</a:t>
            </a:r>
            <a:endParaRPr lang="en-US" dirty="0"/>
          </a:p>
        </p:txBody>
      </p:sp>
      <p:pic>
        <p:nvPicPr>
          <p:cNvPr id="13" name="Picture 12" descr="ac-icon-green.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32692" y="621411"/>
            <a:ext cx="476310" cy="350999"/>
          </a:xfrm>
          <a:prstGeom prst="rect">
            <a:avLst/>
          </a:prstGeom>
        </p:spPr>
      </p:pic>
      <p:pic>
        <p:nvPicPr>
          <p:cNvPr id="14" name="Picture 13" descr="curtain-100.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524369"/>
            <a:ext cx="12192000" cy="1333631"/>
          </a:xfrm>
          <a:prstGeom prst="rect">
            <a:avLst/>
          </a:prstGeom>
        </p:spPr>
      </p:pic>
    </p:spTree>
    <p:extLst>
      <p:ext uri="{BB962C8B-B14F-4D97-AF65-F5344CB8AC3E}">
        <p14:creationId xmlns:p14="http://schemas.microsoft.com/office/powerpoint/2010/main" val="74253793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lank Slid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967146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A8686-76FD-E47F-011C-4AA2839946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C5167DC0-56C2-E794-7134-E2AB052D63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09E19EDF-E9E8-09A9-430C-09095F4D4187}"/>
              </a:ext>
            </a:extLst>
          </p:cNvPr>
          <p:cNvSpPr>
            <a:spLocks noGrp="1"/>
          </p:cNvSpPr>
          <p:nvPr>
            <p:ph type="dt" sz="half" idx="10"/>
          </p:nvPr>
        </p:nvSpPr>
        <p:spPr/>
        <p:txBody>
          <a:bodyPr/>
          <a:lstStyle/>
          <a:p>
            <a:fld id="{3567FB6C-AD4F-4A45-8904-BDB6F11C2912}" type="datetimeFigureOut">
              <a:rPr lang="en-CA" smtClean="0"/>
              <a:t>2026-01-14</a:t>
            </a:fld>
            <a:endParaRPr lang="en-CA"/>
          </a:p>
        </p:txBody>
      </p:sp>
      <p:sp>
        <p:nvSpPr>
          <p:cNvPr id="5" name="Footer Placeholder 4">
            <a:extLst>
              <a:ext uri="{FF2B5EF4-FFF2-40B4-BE49-F238E27FC236}">
                <a16:creationId xmlns:a16="http://schemas.microsoft.com/office/drawing/2014/main" id="{51217713-FEE3-525E-402B-304F871BE86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CACB1D9-47EC-B671-A7EF-B74CCB323A77}"/>
              </a:ext>
            </a:extLst>
          </p:cNvPr>
          <p:cNvSpPr>
            <a:spLocks noGrp="1"/>
          </p:cNvSpPr>
          <p:nvPr>
            <p:ph type="sldNum" sz="quarter" idx="12"/>
          </p:nvPr>
        </p:nvSpPr>
        <p:spPr/>
        <p:txBody>
          <a:bodyPr/>
          <a:lstStyle/>
          <a:p>
            <a:fld id="{9292BBE9-3329-4EF1-9736-23291503822A}" type="slidenum">
              <a:rPr lang="en-CA" smtClean="0"/>
              <a:t>‹#›</a:t>
            </a:fld>
            <a:endParaRPr lang="en-CA"/>
          </a:p>
        </p:txBody>
      </p:sp>
    </p:spTree>
    <p:extLst>
      <p:ext uri="{BB962C8B-B14F-4D97-AF65-F5344CB8AC3E}">
        <p14:creationId xmlns:p14="http://schemas.microsoft.com/office/powerpoint/2010/main" val="109940384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1E318-A741-1B7E-2A81-4F1E82513137}"/>
              </a:ext>
            </a:extLst>
          </p:cNvPr>
          <p:cNvSpPr>
            <a:spLocks noGrp="1"/>
          </p:cNvSpPr>
          <p:nvPr>
            <p:ph type="title"/>
          </p:nvPr>
        </p:nvSpPr>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429D7BD8-532B-BA8F-A6DF-C6BB473548BB}"/>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767B243-344D-5FA9-B4BB-27C6CE0A9C5D}"/>
              </a:ext>
            </a:extLst>
          </p:cNvPr>
          <p:cNvSpPr>
            <a:spLocks noGrp="1"/>
          </p:cNvSpPr>
          <p:nvPr>
            <p:ph type="dt" sz="half" idx="10"/>
          </p:nvPr>
        </p:nvSpPr>
        <p:spPr/>
        <p:txBody>
          <a:bodyPr/>
          <a:lstStyle/>
          <a:p>
            <a:fld id="{3567FB6C-AD4F-4A45-8904-BDB6F11C2912}" type="datetimeFigureOut">
              <a:rPr lang="en-CA" smtClean="0"/>
              <a:t>2026-01-14</a:t>
            </a:fld>
            <a:endParaRPr lang="en-CA"/>
          </a:p>
        </p:txBody>
      </p:sp>
      <p:sp>
        <p:nvSpPr>
          <p:cNvPr id="5" name="Footer Placeholder 4">
            <a:extLst>
              <a:ext uri="{FF2B5EF4-FFF2-40B4-BE49-F238E27FC236}">
                <a16:creationId xmlns:a16="http://schemas.microsoft.com/office/drawing/2014/main" id="{9E5542E8-A26E-CD1F-F7E4-8F98365C1E5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33F6918-47B8-1937-DA1D-ECF85D2CD8DE}"/>
              </a:ext>
            </a:extLst>
          </p:cNvPr>
          <p:cNvSpPr>
            <a:spLocks noGrp="1"/>
          </p:cNvSpPr>
          <p:nvPr>
            <p:ph type="sldNum" sz="quarter" idx="12"/>
          </p:nvPr>
        </p:nvSpPr>
        <p:spPr/>
        <p:txBody>
          <a:bodyPr/>
          <a:lstStyle/>
          <a:p>
            <a:fld id="{9292BBE9-3329-4EF1-9736-23291503822A}" type="slidenum">
              <a:rPr lang="en-CA" smtClean="0"/>
              <a:t>‹#›</a:t>
            </a:fld>
            <a:endParaRPr lang="en-CA"/>
          </a:p>
        </p:txBody>
      </p:sp>
    </p:spTree>
    <p:extLst>
      <p:ext uri="{BB962C8B-B14F-4D97-AF65-F5344CB8AC3E}">
        <p14:creationId xmlns:p14="http://schemas.microsoft.com/office/powerpoint/2010/main" val="383618886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1" y="499889"/>
            <a:ext cx="10972800" cy="1100311"/>
          </a:xfrm>
          <a:prstGeom prst="rect">
            <a:avLst/>
          </a:prstGeom>
        </p:spPr>
        <p:txBody>
          <a:bodyPr vert="horz" lIns="0" tIns="0" rIns="0" bIns="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09601" y="1600200"/>
            <a:ext cx="10972800" cy="3903399"/>
          </a:xfrm>
          <a:prstGeom prst="rect">
            <a:avLst/>
          </a:prstGeom>
        </p:spPr>
        <p:txBody>
          <a:bodyPr vert="horz" lIns="0" tIns="0" rIns="0" bIns="0" rtlCol="0">
            <a:noAutofit/>
          </a:bodyPr>
          <a:lstStyle/>
          <a:p>
            <a:pPr lvl="0"/>
            <a:r>
              <a:rPr lang="en-CA" dirty="0"/>
              <a:t>Click to edit Master text styles</a:t>
            </a:r>
          </a:p>
          <a:p>
            <a:pPr lvl="1"/>
            <a:r>
              <a:rPr lang="en-CA" dirty="0"/>
              <a:t>First level</a:t>
            </a:r>
          </a:p>
          <a:p>
            <a:pPr lvl="2"/>
            <a:r>
              <a:rPr lang="en-CA" dirty="0"/>
              <a:t>Second level</a:t>
            </a:r>
          </a:p>
          <a:p>
            <a:pPr lvl="0"/>
            <a:endParaRPr lang="en-CA" dirty="0"/>
          </a:p>
        </p:txBody>
      </p:sp>
      <p:sp>
        <p:nvSpPr>
          <p:cNvPr id="6" name="Slide Number Placeholder 5"/>
          <p:cNvSpPr>
            <a:spLocks noGrp="1"/>
          </p:cNvSpPr>
          <p:nvPr>
            <p:ph type="sldNum" sz="quarter" idx="4"/>
          </p:nvPr>
        </p:nvSpPr>
        <p:spPr>
          <a:xfrm>
            <a:off x="609601" y="6356351"/>
            <a:ext cx="885052" cy="365126"/>
          </a:xfrm>
          <a:prstGeom prst="rect">
            <a:avLst/>
          </a:prstGeom>
        </p:spPr>
        <p:txBody>
          <a:bodyPr vert="horz" lIns="0" tIns="0" rIns="0" bIns="0" rtlCol="0" anchor="ctr"/>
          <a:lstStyle>
            <a:lvl1pPr algn="l">
              <a:defRPr sz="1575" b="1">
                <a:solidFill>
                  <a:schemeClr val="tx1">
                    <a:tint val="75000"/>
                  </a:schemeClr>
                </a:solidFill>
              </a:defRPr>
            </a:lvl1pPr>
          </a:lstStyle>
          <a:p>
            <a:fld id="{9292BBE9-3329-4EF1-9736-23291503822A}" type="slidenum">
              <a:rPr lang="en-CA" smtClean="0"/>
              <a:t>‹#›</a:t>
            </a:fld>
            <a:endParaRPr lang="en-CA"/>
          </a:p>
        </p:txBody>
      </p:sp>
    </p:spTree>
    <p:extLst>
      <p:ext uri="{BB962C8B-B14F-4D97-AF65-F5344CB8AC3E}">
        <p14:creationId xmlns:p14="http://schemas.microsoft.com/office/powerpoint/2010/main" val="80511399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 id="2147483692" r:id="rId31"/>
    <p:sldLayoutId id="2147483693" r:id="rId32"/>
    <p:sldLayoutId id="2147483694" r:id="rId33"/>
    <p:sldLayoutId id="2147483695" r:id="rId34"/>
    <p:sldLayoutId id="2147483696" r:id="rId35"/>
    <p:sldLayoutId id="2147483697" r:id="rId36"/>
    <p:sldLayoutId id="2147483698" r:id="rId37"/>
  </p:sldLayoutIdLst>
  <p:txStyles>
    <p:titleStyle>
      <a:lvl1pPr algn="l" defTabSz="586109" rtl="0" eaLnBrk="1" latinLnBrk="0" hangingPunct="1">
        <a:lnSpc>
          <a:spcPct val="80000"/>
        </a:lnSpc>
        <a:spcBef>
          <a:spcPct val="0"/>
        </a:spcBef>
        <a:buNone/>
        <a:defRPr sz="5399" kern="1200">
          <a:solidFill>
            <a:schemeClr val="accent5"/>
          </a:solidFill>
          <a:latin typeface="+mj-lt"/>
          <a:ea typeface="+mj-ea"/>
          <a:cs typeface="+mj-cs"/>
        </a:defRPr>
      </a:lvl1pPr>
    </p:titleStyle>
    <p:bodyStyle>
      <a:lvl1pPr marL="0" indent="0" algn="l" defTabSz="586109" rtl="0" eaLnBrk="1" latinLnBrk="0" hangingPunct="1">
        <a:lnSpc>
          <a:spcPct val="110000"/>
        </a:lnSpc>
        <a:spcBef>
          <a:spcPct val="20000"/>
        </a:spcBef>
        <a:buClr>
          <a:schemeClr val="accent2"/>
        </a:buClr>
        <a:buFontTx/>
        <a:buNone/>
        <a:defRPr sz="2400" kern="1200">
          <a:solidFill>
            <a:schemeClr val="accent5"/>
          </a:solidFill>
          <a:latin typeface="+mn-lt"/>
          <a:ea typeface="+mn-ea"/>
          <a:cs typeface="+mn-cs"/>
        </a:defRPr>
      </a:lvl1pPr>
      <a:lvl2pPr marL="952428" indent="-366319" algn="l" defTabSz="586109" rtl="0" eaLnBrk="1" latinLnBrk="0" hangingPunct="1">
        <a:lnSpc>
          <a:spcPct val="110000"/>
        </a:lnSpc>
        <a:spcBef>
          <a:spcPct val="20000"/>
        </a:spcBef>
        <a:buClr>
          <a:schemeClr val="accent2"/>
        </a:buClr>
        <a:buSzPct val="75000"/>
        <a:buFont typeface="Arial"/>
        <a:buChar char="•"/>
        <a:defRPr sz="2400" kern="1200">
          <a:solidFill>
            <a:schemeClr val="accent5"/>
          </a:solidFill>
          <a:latin typeface="+mn-lt"/>
          <a:ea typeface="+mn-ea"/>
          <a:cs typeface="+mn-cs"/>
        </a:defRPr>
      </a:lvl2pPr>
      <a:lvl3pPr marL="1515073" indent="-342854" algn="l" defTabSz="586109" rtl="0" eaLnBrk="1" latinLnBrk="0" hangingPunct="1">
        <a:lnSpc>
          <a:spcPct val="110000"/>
        </a:lnSpc>
        <a:spcBef>
          <a:spcPct val="20000"/>
        </a:spcBef>
        <a:buClr>
          <a:schemeClr val="accent2"/>
        </a:buClr>
        <a:buSzPct val="60000"/>
        <a:buFont typeface="Wingdings" charset="2"/>
        <a:buChar char="§"/>
        <a:defRPr sz="2400" kern="1200" baseline="0">
          <a:solidFill>
            <a:schemeClr val="accent5"/>
          </a:solidFill>
          <a:latin typeface="+mn-lt"/>
          <a:ea typeface="+mn-ea"/>
          <a:cs typeface="+mn-cs"/>
        </a:defRPr>
      </a:lvl3pPr>
      <a:lvl4pPr marL="2051383" indent="-293055" algn="l" defTabSz="586109" rtl="0" eaLnBrk="1" latinLnBrk="0" hangingPunct="1">
        <a:lnSpc>
          <a:spcPct val="120000"/>
        </a:lnSpc>
        <a:spcBef>
          <a:spcPct val="20000"/>
        </a:spcBef>
        <a:buClr>
          <a:schemeClr val="accent2"/>
        </a:buClr>
        <a:buSzPct val="90000"/>
        <a:buFont typeface="Arial"/>
        <a:buChar char="–"/>
        <a:defRPr sz="1575" kern="1200">
          <a:solidFill>
            <a:schemeClr val="accent4"/>
          </a:solidFill>
          <a:latin typeface="+mn-lt"/>
          <a:ea typeface="+mn-ea"/>
          <a:cs typeface="+mn-cs"/>
        </a:defRPr>
      </a:lvl4pPr>
      <a:lvl5pPr marL="2637492" indent="-293055" algn="l" defTabSz="586109" rtl="0" eaLnBrk="1" latinLnBrk="0" hangingPunct="1">
        <a:spcBef>
          <a:spcPct val="20000"/>
        </a:spcBef>
        <a:buFont typeface="Arial"/>
        <a:buChar char="»"/>
        <a:defRPr sz="2550" kern="1200">
          <a:solidFill>
            <a:schemeClr val="accent5"/>
          </a:solidFill>
          <a:latin typeface="+mn-lt"/>
          <a:ea typeface="+mn-ea"/>
          <a:cs typeface="+mn-cs"/>
        </a:defRPr>
      </a:lvl5pPr>
      <a:lvl6pPr marL="3223602" indent="-293055" algn="l" defTabSz="586109" rtl="0" eaLnBrk="1" latinLnBrk="0" hangingPunct="1">
        <a:spcBef>
          <a:spcPct val="20000"/>
        </a:spcBef>
        <a:buFont typeface="Arial"/>
        <a:buChar char="•"/>
        <a:defRPr sz="2550" kern="1200">
          <a:solidFill>
            <a:schemeClr val="tx1"/>
          </a:solidFill>
          <a:latin typeface="+mn-lt"/>
          <a:ea typeface="+mn-ea"/>
          <a:cs typeface="+mn-cs"/>
        </a:defRPr>
      </a:lvl6pPr>
      <a:lvl7pPr marL="3809711" indent="-293055" algn="l" defTabSz="586109" rtl="0" eaLnBrk="1" latinLnBrk="0" hangingPunct="1">
        <a:spcBef>
          <a:spcPct val="20000"/>
        </a:spcBef>
        <a:buFont typeface="Arial"/>
        <a:buChar char="•"/>
        <a:defRPr sz="2550" kern="1200">
          <a:solidFill>
            <a:schemeClr val="tx1"/>
          </a:solidFill>
          <a:latin typeface="+mn-lt"/>
          <a:ea typeface="+mn-ea"/>
          <a:cs typeface="+mn-cs"/>
        </a:defRPr>
      </a:lvl7pPr>
      <a:lvl8pPr marL="4395821" indent="-293055" algn="l" defTabSz="586109" rtl="0" eaLnBrk="1" latinLnBrk="0" hangingPunct="1">
        <a:spcBef>
          <a:spcPct val="20000"/>
        </a:spcBef>
        <a:buFont typeface="Arial"/>
        <a:buChar char="•"/>
        <a:defRPr sz="2550" kern="1200">
          <a:solidFill>
            <a:schemeClr val="tx1"/>
          </a:solidFill>
          <a:latin typeface="+mn-lt"/>
          <a:ea typeface="+mn-ea"/>
          <a:cs typeface="+mn-cs"/>
        </a:defRPr>
      </a:lvl8pPr>
      <a:lvl9pPr marL="4981930" indent="-293055" algn="l" defTabSz="586109" rtl="0" eaLnBrk="1" latinLnBrk="0" hangingPunct="1">
        <a:spcBef>
          <a:spcPct val="20000"/>
        </a:spcBef>
        <a:buFont typeface="Arial"/>
        <a:buChar char="•"/>
        <a:defRPr sz="2550" kern="1200">
          <a:solidFill>
            <a:schemeClr val="tx1"/>
          </a:solidFill>
          <a:latin typeface="+mn-lt"/>
          <a:ea typeface="+mn-ea"/>
          <a:cs typeface="+mn-cs"/>
        </a:defRPr>
      </a:lvl9pPr>
    </p:bodyStyle>
    <p:otherStyle>
      <a:defPPr>
        <a:defRPr lang="en-US"/>
      </a:defPPr>
      <a:lvl1pPr marL="0" algn="l" defTabSz="586109" rtl="0" eaLnBrk="1" latinLnBrk="0" hangingPunct="1">
        <a:defRPr sz="2325" kern="1200">
          <a:solidFill>
            <a:schemeClr val="tx1"/>
          </a:solidFill>
          <a:latin typeface="+mn-lt"/>
          <a:ea typeface="+mn-ea"/>
          <a:cs typeface="+mn-cs"/>
        </a:defRPr>
      </a:lvl1pPr>
      <a:lvl2pPr marL="586109" algn="l" defTabSz="586109" rtl="0" eaLnBrk="1" latinLnBrk="0" hangingPunct="1">
        <a:defRPr sz="2325" kern="1200">
          <a:solidFill>
            <a:schemeClr val="tx1"/>
          </a:solidFill>
          <a:latin typeface="+mn-lt"/>
          <a:ea typeface="+mn-ea"/>
          <a:cs typeface="+mn-cs"/>
        </a:defRPr>
      </a:lvl2pPr>
      <a:lvl3pPr marL="1172219" algn="l" defTabSz="586109" rtl="0" eaLnBrk="1" latinLnBrk="0" hangingPunct="1">
        <a:defRPr sz="2325" kern="1200">
          <a:solidFill>
            <a:schemeClr val="tx1"/>
          </a:solidFill>
          <a:latin typeface="+mn-lt"/>
          <a:ea typeface="+mn-ea"/>
          <a:cs typeface="+mn-cs"/>
        </a:defRPr>
      </a:lvl3pPr>
      <a:lvl4pPr marL="1758328" algn="l" defTabSz="586109" rtl="0" eaLnBrk="1" latinLnBrk="0" hangingPunct="1">
        <a:defRPr sz="2325" kern="1200">
          <a:solidFill>
            <a:schemeClr val="tx1"/>
          </a:solidFill>
          <a:latin typeface="+mn-lt"/>
          <a:ea typeface="+mn-ea"/>
          <a:cs typeface="+mn-cs"/>
        </a:defRPr>
      </a:lvl4pPr>
      <a:lvl5pPr marL="2344438" algn="l" defTabSz="586109" rtl="0" eaLnBrk="1" latinLnBrk="0" hangingPunct="1">
        <a:defRPr sz="2325" kern="1200">
          <a:solidFill>
            <a:schemeClr val="tx1"/>
          </a:solidFill>
          <a:latin typeface="+mn-lt"/>
          <a:ea typeface="+mn-ea"/>
          <a:cs typeface="+mn-cs"/>
        </a:defRPr>
      </a:lvl5pPr>
      <a:lvl6pPr marL="2930547" algn="l" defTabSz="586109" rtl="0" eaLnBrk="1" latinLnBrk="0" hangingPunct="1">
        <a:defRPr sz="2325" kern="1200">
          <a:solidFill>
            <a:schemeClr val="tx1"/>
          </a:solidFill>
          <a:latin typeface="+mn-lt"/>
          <a:ea typeface="+mn-ea"/>
          <a:cs typeface="+mn-cs"/>
        </a:defRPr>
      </a:lvl6pPr>
      <a:lvl7pPr marL="3516656" algn="l" defTabSz="586109" rtl="0" eaLnBrk="1" latinLnBrk="0" hangingPunct="1">
        <a:defRPr sz="2325" kern="1200">
          <a:solidFill>
            <a:schemeClr val="tx1"/>
          </a:solidFill>
          <a:latin typeface="+mn-lt"/>
          <a:ea typeface="+mn-ea"/>
          <a:cs typeface="+mn-cs"/>
        </a:defRPr>
      </a:lvl7pPr>
      <a:lvl8pPr marL="4102766" algn="l" defTabSz="586109" rtl="0" eaLnBrk="1" latinLnBrk="0" hangingPunct="1">
        <a:defRPr sz="2325" kern="1200">
          <a:solidFill>
            <a:schemeClr val="tx1"/>
          </a:solidFill>
          <a:latin typeface="+mn-lt"/>
          <a:ea typeface="+mn-ea"/>
          <a:cs typeface="+mn-cs"/>
        </a:defRPr>
      </a:lvl8pPr>
      <a:lvl9pPr marL="4688875" algn="l" defTabSz="586109" rtl="0" eaLnBrk="1" latinLnBrk="0" hangingPunct="1">
        <a:defRPr sz="23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3" Type="http://schemas.openxmlformats.org/officeDocument/2006/relationships/hyperlink" Target="https://ecoursemap.com/LTI/Outline" TargetMode="External"/><Relationship Id="rId2" Type="http://schemas.openxmlformats.org/officeDocument/2006/relationships/hyperlink" Target="https://brightspace.algonquincollege.com/d2l/le/content/846092/Home" TargetMode="External"/><Relationship Id="rId1" Type="http://schemas.openxmlformats.org/officeDocument/2006/relationships/slideLayout" Target="../slideLayouts/slideLayout27.xml"/><Relationship Id="rId4" Type="http://schemas.openxmlformats.org/officeDocument/2006/relationships/hyperlink" Target="https://brightspace.algonquincollege.com/d2l/le/content/846092/viewContent/12723515/View"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32.xml"/></Relationships>
</file>

<file path=ppt/slides/_rels/slide1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hyperlink" Target="https://youtu.be/ArPaAX_PhIs?si=iB53B6NqweLtwVUD" TargetMode="External"/><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ECEEB01-0921-EBB5-5780-F2FC1832CDFC}"/>
              </a:ext>
            </a:extLst>
          </p:cNvPr>
          <p:cNvSpPr>
            <a:spLocks noGrp="1"/>
          </p:cNvSpPr>
          <p:nvPr>
            <p:ph type="body" sz="quarter" idx="15"/>
          </p:nvPr>
        </p:nvSpPr>
        <p:spPr>
          <a:xfrm>
            <a:off x="247810" y="2606590"/>
            <a:ext cx="5612587" cy="3164015"/>
          </a:xfrm>
        </p:spPr>
        <p:txBody>
          <a:bodyPr>
            <a:normAutofit fontScale="92500" lnSpcReduction="10000"/>
          </a:bodyPr>
          <a:lstStyle/>
          <a:p>
            <a:pPr algn="ctr"/>
            <a:r>
              <a:rPr lang="en-GB" sz="2000" b="0" i="1" dirty="0">
                <a:solidFill>
                  <a:srgbClr val="242424"/>
                </a:solidFill>
                <a:effectLst/>
                <a:latin typeface="Segoe UI" panose="020B0502040204020203" pitchFamily="34" charset="0"/>
              </a:rPr>
              <a:t>Understanding the Technology Behind Visual Perception in Machines</a:t>
            </a:r>
            <a:endParaRPr lang="en-US" sz="2000" dirty="0"/>
          </a:p>
          <a:p>
            <a:endParaRPr lang="en-US" dirty="0"/>
          </a:p>
          <a:p>
            <a:endParaRPr lang="en-US" dirty="0"/>
          </a:p>
          <a:p>
            <a:endParaRPr lang="en-US" dirty="0"/>
          </a:p>
          <a:p>
            <a:r>
              <a:rPr lang="en-US" dirty="0"/>
              <a:t>Instructor: Stephin Rachel Thomas</a:t>
            </a:r>
          </a:p>
          <a:p>
            <a:r>
              <a:rPr lang="en-US" dirty="0"/>
              <a:t>15-01-2026</a:t>
            </a:r>
          </a:p>
          <a:p>
            <a:endParaRPr lang="en-CA" dirty="0"/>
          </a:p>
        </p:txBody>
      </p:sp>
      <p:sp>
        <p:nvSpPr>
          <p:cNvPr id="2" name="Title 1">
            <a:extLst>
              <a:ext uri="{FF2B5EF4-FFF2-40B4-BE49-F238E27FC236}">
                <a16:creationId xmlns:a16="http://schemas.microsoft.com/office/drawing/2014/main" id="{B272C0F2-F579-F6E1-97E9-9C8A6461DA8B}"/>
              </a:ext>
            </a:extLst>
          </p:cNvPr>
          <p:cNvSpPr>
            <a:spLocks noGrp="1"/>
          </p:cNvSpPr>
          <p:nvPr>
            <p:ph type="title"/>
          </p:nvPr>
        </p:nvSpPr>
        <p:spPr>
          <a:xfrm>
            <a:off x="-188339" y="1245528"/>
            <a:ext cx="6484883" cy="1227127"/>
          </a:xfrm>
        </p:spPr>
        <p:txBody>
          <a:bodyPr anchor="t">
            <a:normAutofit/>
          </a:bodyPr>
          <a:lstStyle/>
          <a:p>
            <a:pPr algn="ctr"/>
            <a:r>
              <a:rPr lang="en-CA" sz="4000" dirty="0"/>
              <a:t>Introduction to Machine Vision</a:t>
            </a:r>
          </a:p>
        </p:txBody>
      </p:sp>
      <p:pic>
        <p:nvPicPr>
          <p:cNvPr id="8" name="Picture 7" descr="A robot in a factory&#10;&#10;Description automatically generated">
            <a:extLst>
              <a:ext uri="{FF2B5EF4-FFF2-40B4-BE49-F238E27FC236}">
                <a16:creationId xmlns:a16="http://schemas.microsoft.com/office/drawing/2014/main" id="{85A68CA7-B19E-EAB8-5A1A-2BF8E4981DA7}"/>
              </a:ext>
            </a:extLst>
          </p:cNvPr>
          <p:cNvPicPr>
            <a:picLocks noChangeAspect="1"/>
          </p:cNvPicPr>
          <p:nvPr/>
        </p:nvPicPr>
        <p:blipFill>
          <a:blip r:embed="rId3"/>
          <a:stretch>
            <a:fillRect/>
          </a:stretch>
        </p:blipFill>
        <p:spPr>
          <a:xfrm>
            <a:off x="6095999" y="358346"/>
            <a:ext cx="5741773" cy="5721178"/>
          </a:xfrm>
          <a:prstGeom prst="rect">
            <a:avLst/>
          </a:prstGeom>
        </p:spPr>
      </p:pic>
    </p:spTree>
    <p:extLst>
      <p:ext uri="{BB962C8B-B14F-4D97-AF65-F5344CB8AC3E}">
        <p14:creationId xmlns:p14="http://schemas.microsoft.com/office/powerpoint/2010/main" val="2432433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3A6DF-9897-BF55-B04C-340F57832C88}"/>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6D4120EA-FDD1-BEAB-E283-CA18822D75BA}"/>
              </a:ext>
            </a:extLst>
          </p:cNvPr>
          <p:cNvSpPr>
            <a:spLocks noGrp="1"/>
          </p:cNvSpPr>
          <p:nvPr>
            <p:ph type="title"/>
          </p:nvPr>
        </p:nvSpPr>
        <p:spPr>
          <a:xfrm>
            <a:off x="609601" y="576274"/>
            <a:ext cx="5612588" cy="448962"/>
          </a:xfrm>
        </p:spPr>
        <p:txBody>
          <a:bodyPr/>
          <a:lstStyle/>
          <a:p>
            <a:pPr algn="ctr"/>
            <a:r>
              <a:rPr lang="en-GB" sz="3200" dirty="0">
                <a:solidFill>
                  <a:schemeClr val="accent4">
                    <a:lumMod val="50000"/>
                  </a:schemeClr>
                </a:solidFill>
              </a:rPr>
              <a:t>General Information</a:t>
            </a:r>
            <a:br>
              <a:rPr lang="en-GB" sz="1400" dirty="0"/>
            </a:br>
            <a:endParaRPr lang="en-CZ" sz="1400" dirty="0"/>
          </a:p>
        </p:txBody>
      </p:sp>
      <p:sp>
        <p:nvSpPr>
          <p:cNvPr id="2" name="TextBox 1">
            <a:extLst>
              <a:ext uri="{FF2B5EF4-FFF2-40B4-BE49-F238E27FC236}">
                <a16:creationId xmlns:a16="http://schemas.microsoft.com/office/drawing/2014/main" id="{487D404A-D0C6-EFBC-877E-E66337A48816}"/>
              </a:ext>
            </a:extLst>
          </p:cNvPr>
          <p:cNvSpPr txBox="1"/>
          <p:nvPr/>
        </p:nvSpPr>
        <p:spPr>
          <a:xfrm>
            <a:off x="609601" y="1536174"/>
            <a:ext cx="12210587" cy="3785652"/>
          </a:xfrm>
          <a:prstGeom prst="rect">
            <a:avLst/>
          </a:prstGeom>
          <a:noFill/>
        </p:spPr>
        <p:txBody>
          <a:bodyPr wrap="none" rtlCol="0">
            <a:spAutoFit/>
          </a:bodyPr>
          <a:lstStyle/>
          <a:p>
            <a:r>
              <a:rPr lang="en-GB" sz="2000" dirty="0"/>
              <a:t>Course Brightspace page </a:t>
            </a:r>
            <a:r>
              <a:rPr lang="en-GB" sz="2000" dirty="0">
                <a:hlinkClick r:id="rId2"/>
              </a:rPr>
              <a:t>https://brightspace.algonquincollege.com/d2l/le/content/846092/Home</a:t>
            </a:r>
            <a:endParaRPr lang="en-GB" sz="2000" dirty="0"/>
          </a:p>
          <a:p>
            <a:endParaRPr lang="en-GB" sz="2000" dirty="0"/>
          </a:p>
          <a:p>
            <a:r>
              <a:rPr lang="en-GB" sz="2000" dirty="0"/>
              <a:t>Please read the course </a:t>
            </a:r>
            <a:r>
              <a:rPr lang="en-GB" sz="2000" dirty="0">
                <a:hlinkClick r:id="rId3"/>
              </a:rPr>
              <a:t>outline</a:t>
            </a:r>
            <a:r>
              <a:rPr lang="en-GB" sz="2000" dirty="0"/>
              <a:t> and </a:t>
            </a:r>
            <a:r>
              <a:rPr lang="en-GB" sz="2000" dirty="0">
                <a:hlinkClick r:id="rId4"/>
              </a:rPr>
              <a:t>course section information (CSI)</a:t>
            </a:r>
            <a:endParaRPr lang="en-GB" sz="2000" dirty="0"/>
          </a:p>
          <a:p>
            <a:br>
              <a:rPr lang="en-GB" sz="2000" dirty="0"/>
            </a:br>
            <a:r>
              <a:rPr lang="en-GB" sz="2000" dirty="0"/>
              <a:t>Main focus of the labs is to assess your understanding of implementation and </a:t>
            </a:r>
            <a:r>
              <a:rPr lang="en-GB" sz="2000" dirty="0">
                <a:solidFill>
                  <a:schemeClr val="tx2">
                    <a:lumMod val="75000"/>
                    <a:lumOff val="25000"/>
                  </a:schemeClr>
                </a:solidFill>
              </a:rPr>
              <a:t>demo</a:t>
            </a:r>
            <a:br>
              <a:rPr lang="en-GB" sz="2000" dirty="0">
                <a:solidFill>
                  <a:schemeClr val="tx2">
                    <a:lumMod val="75000"/>
                    <a:lumOff val="25000"/>
                  </a:schemeClr>
                </a:solidFill>
              </a:rPr>
            </a:br>
            <a:r>
              <a:rPr lang="en-GB" sz="2000" dirty="0">
                <a:solidFill>
                  <a:schemeClr val="tx2">
                    <a:lumMod val="75000"/>
                    <a:lumOff val="25000"/>
                  </a:schemeClr>
                </a:solidFill>
              </a:rPr>
              <a:t>your work in each session</a:t>
            </a:r>
            <a:endParaRPr lang="en-GB" sz="2000" dirty="0"/>
          </a:p>
          <a:p>
            <a:br>
              <a:rPr lang="en-GB" sz="2000" dirty="0"/>
            </a:br>
            <a:r>
              <a:rPr lang="en-GB" sz="2000" dirty="0"/>
              <a:t>Professional behaviour is expected from all the students</a:t>
            </a:r>
          </a:p>
          <a:p>
            <a:br>
              <a:rPr lang="en-GB" sz="2000" dirty="0"/>
            </a:br>
            <a:r>
              <a:rPr lang="en-GB" sz="2000" dirty="0"/>
              <a:t>Lab activities and </a:t>
            </a:r>
            <a:r>
              <a:rPr lang="en-GB" sz="2000" dirty="0" err="1"/>
              <a:t>assignements</a:t>
            </a:r>
            <a:r>
              <a:rPr lang="en-GB" sz="2000" dirty="0"/>
              <a:t> should be done individually, and any use of online materials, including use</a:t>
            </a:r>
            <a:br>
              <a:rPr lang="en-GB" sz="2000" dirty="0"/>
            </a:br>
            <a:r>
              <a:rPr lang="en-GB" sz="2000" dirty="0"/>
              <a:t>of ChatGPT and LLMs stated clearly as references.</a:t>
            </a:r>
            <a:br>
              <a:rPr lang="en-GB" sz="2000" dirty="0"/>
            </a:br>
            <a:endParaRPr lang="en-CZ" sz="2000" dirty="0"/>
          </a:p>
        </p:txBody>
      </p:sp>
    </p:spTree>
    <p:extLst>
      <p:ext uri="{BB962C8B-B14F-4D97-AF65-F5344CB8AC3E}">
        <p14:creationId xmlns:p14="http://schemas.microsoft.com/office/powerpoint/2010/main" val="5886428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2C622-124B-7503-04F4-3804382D1BC7}"/>
              </a:ext>
            </a:extLst>
          </p:cNvPr>
          <p:cNvSpPr>
            <a:spLocks noGrp="1"/>
          </p:cNvSpPr>
          <p:nvPr>
            <p:ph type="title"/>
          </p:nvPr>
        </p:nvSpPr>
        <p:spPr>
          <a:xfrm>
            <a:off x="482562" y="662773"/>
            <a:ext cx="5612588" cy="1001980"/>
          </a:xfrm>
        </p:spPr>
        <p:txBody>
          <a:bodyPr anchor="t">
            <a:normAutofit/>
          </a:bodyPr>
          <a:lstStyle/>
          <a:p>
            <a:r>
              <a:rPr lang="en-CA" dirty="0"/>
              <a:t>Course Overview</a:t>
            </a:r>
          </a:p>
        </p:txBody>
      </p:sp>
      <p:pic>
        <p:nvPicPr>
          <p:cNvPr id="5" name="Picture 4" descr="Solo journey">
            <a:extLst>
              <a:ext uri="{FF2B5EF4-FFF2-40B4-BE49-F238E27FC236}">
                <a16:creationId xmlns:a16="http://schemas.microsoft.com/office/drawing/2014/main" id="{6FB81946-ADA1-3AB7-046F-2C13D0C743AC}"/>
              </a:ext>
            </a:extLst>
          </p:cNvPr>
          <p:cNvPicPr>
            <a:picLocks noChangeAspect="1"/>
          </p:cNvPicPr>
          <p:nvPr/>
        </p:nvPicPr>
        <p:blipFill rotWithShape="1">
          <a:blip r:embed="rId2"/>
          <a:srcRect l="15638" r="6807" b="1"/>
          <a:stretch/>
        </p:blipFill>
        <p:spPr>
          <a:xfrm>
            <a:off x="6526946" y="690247"/>
            <a:ext cx="5182492" cy="5011727"/>
          </a:xfrm>
          <a:prstGeom prst="rect">
            <a:avLst/>
          </a:prstGeom>
          <a:noFill/>
        </p:spPr>
      </p:pic>
      <p:sp>
        <p:nvSpPr>
          <p:cNvPr id="11" name="Text Placeholder 5">
            <a:extLst>
              <a:ext uri="{FF2B5EF4-FFF2-40B4-BE49-F238E27FC236}">
                <a16:creationId xmlns:a16="http://schemas.microsoft.com/office/drawing/2014/main" id="{84D46C16-6A18-FB8F-ED13-ED2EA613E990}"/>
              </a:ext>
            </a:extLst>
          </p:cNvPr>
          <p:cNvSpPr>
            <a:spLocks noGrp="1"/>
          </p:cNvSpPr>
          <p:nvPr>
            <p:ph type="body" sz="quarter" idx="17"/>
          </p:nvPr>
        </p:nvSpPr>
        <p:spPr>
          <a:xfrm>
            <a:off x="7232487" y="4611354"/>
            <a:ext cx="3771409" cy="1090620"/>
          </a:xfrm>
        </p:spPr>
        <p:txBody>
          <a:bodyPr/>
          <a:lstStyle/>
          <a:p>
            <a:r>
              <a:rPr lang="en-US" dirty="0"/>
              <a:t>We are here right now. The field of CV is huge, we will hope to scratch the surface in this class.</a:t>
            </a:r>
          </a:p>
        </p:txBody>
      </p:sp>
      <p:sp>
        <p:nvSpPr>
          <p:cNvPr id="6" name="Text Placeholder 5">
            <a:extLst>
              <a:ext uri="{FF2B5EF4-FFF2-40B4-BE49-F238E27FC236}">
                <a16:creationId xmlns:a16="http://schemas.microsoft.com/office/drawing/2014/main" id="{F1862B8F-2B7F-CD61-AAE5-11322E7656DD}"/>
              </a:ext>
            </a:extLst>
          </p:cNvPr>
          <p:cNvSpPr>
            <a:spLocks noGrp="1"/>
          </p:cNvSpPr>
          <p:nvPr>
            <p:ph type="body" sz="quarter" idx="15"/>
          </p:nvPr>
        </p:nvSpPr>
        <p:spPr>
          <a:xfrm>
            <a:off x="482562" y="1272061"/>
            <a:ext cx="5612587" cy="3848100"/>
          </a:xfrm>
        </p:spPr>
        <p:txBody>
          <a:bodyPr/>
          <a:lstStyle/>
          <a:p>
            <a:pPr algn="l">
              <a:lnSpc>
                <a:spcPts val="1500"/>
              </a:lnSpc>
            </a:pPr>
            <a:br>
              <a:rPr lang="en-GB" b="0" i="0" dirty="0">
                <a:solidFill>
                  <a:srgbClr val="242424"/>
                </a:solidFill>
                <a:effectLst/>
                <a:latin typeface="Segoe UI" panose="020B0502040204020203" pitchFamily="34" charset="0"/>
              </a:rPr>
            </a:br>
            <a:endParaRPr lang="en-GB" b="0" i="0" dirty="0">
              <a:solidFill>
                <a:srgbClr val="242424"/>
              </a:solidFill>
              <a:effectLst/>
              <a:latin typeface="Segoe UI" panose="020B0502040204020203" pitchFamily="34" charset="0"/>
            </a:endParaRPr>
          </a:p>
          <a:p>
            <a:r>
              <a:rPr lang="en-GB" dirty="0"/>
              <a:t>This course will take you on an exciting journey through the world of Machine Vision, combining theoretical knowledge with practical applications. Get ready to explore the path from pixels to perception!</a:t>
            </a:r>
            <a:endParaRPr lang="en-CZ" dirty="0"/>
          </a:p>
        </p:txBody>
      </p:sp>
    </p:spTree>
    <p:extLst>
      <p:ext uri="{BB962C8B-B14F-4D97-AF65-F5344CB8AC3E}">
        <p14:creationId xmlns:p14="http://schemas.microsoft.com/office/powerpoint/2010/main" val="29713374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C1B88C1-54A0-CC13-DE23-FBB034DFB7D7}"/>
              </a:ext>
            </a:extLst>
          </p:cNvPr>
          <p:cNvSpPr>
            <a:spLocks noGrp="1"/>
          </p:cNvSpPr>
          <p:nvPr>
            <p:ph type="body" sz="quarter" idx="15"/>
          </p:nvPr>
        </p:nvSpPr>
        <p:spPr>
          <a:xfrm>
            <a:off x="6096000" y="1433384"/>
            <a:ext cx="5510289" cy="4218117"/>
          </a:xfrm>
        </p:spPr>
        <p:txBody>
          <a:bodyPr>
            <a:normAutofit/>
          </a:bodyPr>
          <a:lstStyle/>
          <a:p>
            <a:r>
              <a:rPr lang="en-US" dirty="0"/>
              <a:t>Machine vision is a technology that enables machines to </a:t>
            </a:r>
            <a:r>
              <a:rPr lang="en-US" dirty="0">
                <a:solidFill>
                  <a:srgbClr val="4AB5FC"/>
                </a:solidFill>
              </a:rPr>
              <a:t>interpret</a:t>
            </a:r>
            <a:r>
              <a:rPr lang="en-US" dirty="0"/>
              <a:t> and </a:t>
            </a:r>
            <a:r>
              <a:rPr lang="en-US" dirty="0">
                <a:solidFill>
                  <a:srgbClr val="00B0F0"/>
                </a:solidFill>
              </a:rPr>
              <a:t>understand visual information </a:t>
            </a:r>
            <a:r>
              <a:rPr lang="en-US" dirty="0"/>
              <a:t>from the surrounding environment. </a:t>
            </a:r>
          </a:p>
          <a:p>
            <a:r>
              <a:rPr lang="en-US" dirty="0"/>
              <a:t>It involves </a:t>
            </a:r>
            <a:r>
              <a:rPr lang="en-US" dirty="0">
                <a:solidFill>
                  <a:srgbClr val="7030A0"/>
                </a:solidFill>
              </a:rPr>
              <a:t>capturing images or videos </a:t>
            </a:r>
            <a:r>
              <a:rPr lang="en-US" dirty="0"/>
              <a:t>using cameras or sensors, </a:t>
            </a:r>
            <a:r>
              <a:rPr lang="en-US" dirty="0">
                <a:solidFill>
                  <a:srgbClr val="7030A0"/>
                </a:solidFill>
              </a:rPr>
              <a:t>processing</a:t>
            </a:r>
            <a:r>
              <a:rPr lang="en-US" dirty="0"/>
              <a:t> these images to extract useful information, and then using this information to </a:t>
            </a:r>
            <a:r>
              <a:rPr lang="en-US" dirty="0">
                <a:solidFill>
                  <a:srgbClr val="7030A0"/>
                </a:solidFill>
              </a:rPr>
              <a:t>make decisions </a:t>
            </a:r>
            <a:r>
              <a:rPr lang="en-US" dirty="0"/>
              <a:t>or perform specific tasks.</a:t>
            </a:r>
            <a:endParaRPr lang="en-CA" dirty="0"/>
          </a:p>
        </p:txBody>
      </p:sp>
      <p:sp>
        <p:nvSpPr>
          <p:cNvPr id="2" name="Title 1">
            <a:extLst>
              <a:ext uri="{FF2B5EF4-FFF2-40B4-BE49-F238E27FC236}">
                <a16:creationId xmlns:a16="http://schemas.microsoft.com/office/drawing/2014/main" id="{06BD1841-CDF5-E317-2CE6-9EECB281C2C5}"/>
              </a:ext>
            </a:extLst>
          </p:cNvPr>
          <p:cNvSpPr>
            <a:spLocks noGrp="1"/>
          </p:cNvSpPr>
          <p:nvPr>
            <p:ph type="title"/>
          </p:nvPr>
        </p:nvSpPr>
        <p:spPr>
          <a:xfrm>
            <a:off x="5993700" y="576274"/>
            <a:ext cx="5612588" cy="1001980"/>
          </a:xfrm>
        </p:spPr>
        <p:txBody>
          <a:bodyPr anchor="t">
            <a:normAutofit/>
          </a:bodyPr>
          <a:lstStyle/>
          <a:p>
            <a:r>
              <a:rPr lang="en-CA" dirty="0"/>
              <a:t>What is Machine Vision?</a:t>
            </a:r>
          </a:p>
        </p:txBody>
      </p:sp>
      <p:pic>
        <p:nvPicPr>
          <p:cNvPr id="4" name="Picture 3" descr="Abstract background of data">
            <a:extLst>
              <a:ext uri="{FF2B5EF4-FFF2-40B4-BE49-F238E27FC236}">
                <a16:creationId xmlns:a16="http://schemas.microsoft.com/office/drawing/2014/main" id="{A8713A3A-36EB-8E1E-A5DF-D4B67CAA9140}"/>
              </a:ext>
            </a:extLst>
          </p:cNvPr>
          <p:cNvPicPr>
            <a:picLocks noChangeAspect="1"/>
          </p:cNvPicPr>
          <p:nvPr/>
        </p:nvPicPr>
        <p:blipFill rotWithShape="1">
          <a:blip r:embed="rId3"/>
          <a:srcRect l="16708" r="25125" b="-2"/>
          <a:stretch/>
        </p:blipFill>
        <p:spPr>
          <a:xfrm>
            <a:off x="197728" y="639774"/>
            <a:ext cx="5182492" cy="5011727"/>
          </a:xfrm>
          <a:prstGeom prst="rect">
            <a:avLst/>
          </a:prstGeom>
          <a:noFill/>
        </p:spPr>
      </p:pic>
    </p:spTree>
    <p:extLst>
      <p:ext uri="{BB962C8B-B14F-4D97-AF65-F5344CB8AC3E}">
        <p14:creationId xmlns:p14="http://schemas.microsoft.com/office/powerpoint/2010/main" val="36951820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CA41A5B-9F37-5B84-EAB8-45787AE10C9B}"/>
              </a:ext>
            </a:extLst>
          </p:cNvPr>
          <p:cNvSpPr>
            <a:spLocks noGrp="1"/>
          </p:cNvSpPr>
          <p:nvPr>
            <p:ph type="body" sz="quarter" idx="15"/>
          </p:nvPr>
        </p:nvSpPr>
        <p:spPr>
          <a:xfrm>
            <a:off x="5993702" y="1803401"/>
            <a:ext cx="5612587" cy="3848100"/>
          </a:xfrm>
        </p:spPr>
        <p:txBody>
          <a:bodyPr>
            <a:normAutofit/>
          </a:bodyPr>
          <a:lstStyle/>
          <a:p>
            <a:r>
              <a:rPr lang="en-US" dirty="0"/>
              <a:t>The journey of Machine Vision began with simple image capturing devices, evolving through the digital revolution to sophisticated AI algorithms. Key milestones include the development of </a:t>
            </a:r>
            <a:r>
              <a:rPr lang="en-US" dirty="0">
                <a:solidFill>
                  <a:srgbClr val="7030A0"/>
                </a:solidFill>
              </a:rPr>
              <a:t>digital cameras</a:t>
            </a:r>
            <a:r>
              <a:rPr lang="en-US" dirty="0"/>
              <a:t>, the rise of </a:t>
            </a:r>
            <a:r>
              <a:rPr lang="en-US" dirty="0">
                <a:solidFill>
                  <a:srgbClr val="7030A0"/>
                </a:solidFill>
              </a:rPr>
              <a:t>neural networks</a:t>
            </a:r>
            <a:r>
              <a:rPr lang="en-US" dirty="0"/>
              <a:t>, and significant increases in </a:t>
            </a:r>
            <a:r>
              <a:rPr lang="en-US" dirty="0">
                <a:solidFill>
                  <a:srgbClr val="7030A0"/>
                </a:solidFill>
              </a:rPr>
              <a:t>computing power</a:t>
            </a:r>
            <a:r>
              <a:rPr lang="en-US" dirty="0"/>
              <a:t>.</a:t>
            </a:r>
            <a:endParaRPr lang="en-CA" dirty="0"/>
          </a:p>
        </p:txBody>
      </p:sp>
      <p:sp>
        <p:nvSpPr>
          <p:cNvPr id="2" name="Title 1">
            <a:extLst>
              <a:ext uri="{FF2B5EF4-FFF2-40B4-BE49-F238E27FC236}">
                <a16:creationId xmlns:a16="http://schemas.microsoft.com/office/drawing/2014/main" id="{97AC3A86-591C-2CFE-63E0-73EFAC3D8566}"/>
              </a:ext>
            </a:extLst>
          </p:cNvPr>
          <p:cNvSpPr>
            <a:spLocks noGrp="1"/>
          </p:cNvSpPr>
          <p:nvPr>
            <p:ph type="title"/>
          </p:nvPr>
        </p:nvSpPr>
        <p:spPr>
          <a:xfrm>
            <a:off x="5993700" y="576274"/>
            <a:ext cx="5612588" cy="1001980"/>
          </a:xfrm>
        </p:spPr>
        <p:txBody>
          <a:bodyPr anchor="t">
            <a:normAutofit/>
          </a:bodyPr>
          <a:lstStyle/>
          <a:p>
            <a:r>
              <a:rPr lang="en-US" dirty="0"/>
              <a:t>History and Evolution of Machine Vision</a:t>
            </a:r>
            <a:endParaRPr lang="en-CA" dirty="0"/>
          </a:p>
        </p:txBody>
      </p:sp>
      <p:sp>
        <p:nvSpPr>
          <p:cNvPr id="9" name="Text Placeholder 3">
            <a:extLst>
              <a:ext uri="{FF2B5EF4-FFF2-40B4-BE49-F238E27FC236}">
                <a16:creationId xmlns:a16="http://schemas.microsoft.com/office/drawing/2014/main" id="{B292DB7B-6B46-A707-39FB-267536BDD0D2}"/>
              </a:ext>
            </a:extLst>
          </p:cNvPr>
          <p:cNvSpPr>
            <a:spLocks noGrp="1"/>
          </p:cNvSpPr>
          <p:nvPr>
            <p:ph type="body" sz="quarter" idx="14"/>
          </p:nvPr>
        </p:nvSpPr>
        <p:spPr>
          <a:xfrm>
            <a:off x="5993700" y="5073684"/>
            <a:ext cx="3733314" cy="951040"/>
          </a:xfrm>
        </p:spPr>
        <p:txBody>
          <a:bodyPr/>
          <a:lstStyle/>
          <a:p>
            <a:r>
              <a:rPr lang="en-US" dirty="0"/>
              <a:t>What was the significant turning point? </a:t>
            </a:r>
          </a:p>
        </p:txBody>
      </p:sp>
      <p:pic>
        <p:nvPicPr>
          <p:cNvPr id="4" name="Picture 2" descr="Computer Vision fun fact by Philip Nordström | Motion design animation,  Animation, Graphics inspiration">
            <a:extLst>
              <a:ext uri="{FF2B5EF4-FFF2-40B4-BE49-F238E27FC236}">
                <a16:creationId xmlns:a16="http://schemas.microsoft.com/office/drawing/2014/main" id="{4BE9A3F7-9C4B-A0D5-BAF9-83A5FF2F5B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436" y="1399755"/>
            <a:ext cx="4898572" cy="3673929"/>
          </a:xfrm>
          <a:prstGeom prst="rect">
            <a:avLst/>
          </a:prstGeom>
          <a:noFill/>
          <a:extLst>
            <a:ext uri="{909E8E84-426E-40DD-AFC4-6F175D3DCCD1}">
              <a14:hiddenFill xmlns:a14="http://schemas.microsoft.com/office/drawing/2010/main">
                <a:solidFill>
                  <a:srgbClr val="FFFFFF"/>
                </a:solidFill>
              </a14:hiddenFill>
            </a:ext>
          </a:extLst>
        </p:spPr>
      </p:pic>
      <p:sp>
        <p:nvSpPr>
          <p:cNvPr id="5" name="Text Placeholder 3">
            <a:extLst>
              <a:ext uri="{FF2B5EF4-FFF2-40B4-BE49-F238E27FC236}">
                <a16:creationId xmlns:a16="http://schemas.microsoft.com/office/drawing/2014/main" id="{1B673924-D37B-DC6D-46E0-0F4CF196AA3D}"/>
              </a:ext>
            </a:extLst>
          </p:cNvPr>
          <p:cNvSpPr txBox="1">
            <a:spLocks/>
          </p:cNvSpPr>
          <p:nvPr/>
        </p:nvSpPr>
        <p:spPr>
          <a:xfrm>
            <a:off x="5993700" y="5327727"/>
            <a:ext cx="3733314" cy="951040"/>
          </a:xfrm>
          <a:prstGeom prst="rect">
            <a:avLst/>
          </a:prstGeom>
        </p:spPr>
        <p:txBody>
          <a:bodyPr vert="horz" lIns="0" tIns="0" rIns="0" bIns="0" rtlCol="0" anchor="b">
            <a:noAutofit/>
          </a:bodyPr>
          <a:lstStyle>
            <a:lvl1pPr marL="0" indent="0" algn="l" defTabSz="586109" rtl="0" eaLnBrk="1" latinLnBrk="0" hangingPunct="1">
              <a:lnSpc>
                <a:spcPct val="110000"/>
              </a:lnSpc>
              <a:spcBef>
                <a:spcPct val="20000"/>
              </a:spcBef>
              <a:buClr>
                <a:schemeClr val="accent2"/>
              </a:buClr>
              <a:buFontTx/>
              <a:buNone/>
              <a:defRPr sz="1575" kern="1200">
                <a:solidFill>
                  <a:srgbClr val="599A83"/>
                </a:solidFill>
                <a:latin typeface="+mn-lt"/>
                <a:ea typeface="+mn-ea"/>
                <a:cs typeface="+mn-cs"/>
              </a:defRPr>
            </a:lvl1pPr>
            <a:lvl2pPr marL="952428" indent="-366319" algn="l" defTabSz="586109" rtl="0" eaLnBrk="1" latinLnBrk="0" hangingPunct="1">
              <a:lnSpc>
                <a:spcPct val="110000"/>
              </a:lnSpc>
              <a:spcBef>
                <a:spcPct val="20000"/>
              </a:spcBef>
              <a:buClr>
                <a:schemeClr val="accent2"/>
              </a:buClr>
              <a:buSzPct val="75000"/>
              <a:buFont typeface="Arial"/>
              <a:buChar char="•"/>
              <a:defRPr sz="2400" kern="1200">
                <a:solidFill>
                  <a:schemeClr val="accent5"/>
                </a:solidFill>
                <a:latin typeface="+mn-lt"/>
                <a:ea typeface="+mn-ea"/>
                <a:cs typeface="+mn-cs"/>
              </a:defRPr>
            </a:lvl2pPr>
            <a:lvl3pPr marL="1515073" indent="-342854" algn="l" defTabSz="586109" rtl="0" eaLnBrk="1" latinLnBrk="0" hangingPunct="1">
              <a:lnSpc>
                <a:spcPct val="110000"/>
              </a:lnSpc>
              <a:spcBef>
                <a:spcPct val="20000"/>
              </a:spcBef>
              <a:buClr>
                <a:schemeClr val="accent2"/>
              </a:buClr>
              <a:buSzPct val="60000"/>
              <a:buFont typeface="Wingdings" charset="2"/>
              <a:buChar char="§"/>
              <a:defRPr sz="2400" kern="1200" baseline="0">
                <a:solidFill>
                  <a:schemeClr val="accent5"/>
                </a:solidFill>
                <a:latin typeface="+mn-lt"/>
                <a:ea typeface="+mn-ea"/>
                <a:cs typeface="+mn-cs"/>
              </a:defRPr>
            </a:lvl3pPr>
            <a:lvl4pPr marL="2051383" indent="-293055" algn="l" defTabSz="586109" rtl="0" eaLnBrk="1" latinLnBrk="0" hangingPunct="1">
              <a:lnSpc>
                <a:spcPct val="120000"/>
              </a:lnSpc>
              <a:spcBef>
                <a:spcPct val="20000"/>
              </a:spcBef>
              <a:buClr>
                <a:schemeClr val="accent2"/>
              </a:buClr>
              <a:buSzPct val="90000"/>
              <a:buFont typeface="Arial"/>
              <a:buChar char="–"/>
              <a:defRPr sz="1575" kern="1200">
                <a:solidFill>
                  <a:schemeClr val="accent4"/>
                </a:solidFill>
                <a:latin typeface="+mn-lt"/>
                <a:ea typeface="+mn-ea"/>
                <a:cs typeface="+mn-cs"/>
              </a:defRPr>
            </a:lvl4pPr>
            <a:lvl5pPr marL="2637492" indent="-293055" algn="l" defTabSz="586109" rtl="0" eaLnBrk="1" latinLnBrk="0" hangingPunct="1">
              <a:spcBef>
                <a:spcPct val="20000"/>
              </a:spcBef>
              <a:buFont typeface="Arial"/>
              <a:buChar char="»"/>
              <a:defRPr sz="2550" kern="1200">
                <a:solidFill>
                  <a:schemeClr val="accent5"/>
                </a:solidFill>
                <a:latin typeface="+mn-lt"/>
                <a:ea typeface="+mn-ea"/>
                <a:cs typeface="+mn-cs"/>
              </a:defRPr>
            </a:lvl5pPr>
            <a:lvl6pPr marL="3223602" indent="-293055" algn="l" defTabSz="586109" rtl="0" eaLnBrk="1" latinLnBrk="0" hangingPunct="1">
              <a:spcBef>
                <a:spcPct val="20000"/>
              </a:spcBef>
              <a:buFont typeface="Arial"/>
              <a:buChar char="•"/>
              <a:defRPr sz="2550" kern="1200">
                <a:solidFill>
                  <a:schemeClr val="tx1"/>
                </a:solidFill>
                <a:latin typeface="+mn-lt"/>
                <a:ea typeface="+mn-ea"/>
                <a:cs typeface="+mn-cs"/>
              </a:defRPr>
            </a:lvl6pPr>
            <a:lvl7pPr marL="3809711" indent="-293055" algn="l" defTabSz="586109" rtl="0" eaLnBrk="1" latinLnBrk="0" hangingPunct="1">
              <a:spcBef>
                <a:spcPct val="20000"/>
              </a:spcBef>
              <a:buFont typeface="Arial"/>
              <a:buChar char="•"/>
              <a:defRPr sz="2550" kern="1200">
                <a:solidFill>
                  <a:schemeClr val="tx1"/>
                </a:solidFill>
                <a:latin typeface="+mn-lt"/>
                <a:ea typeface="+mn-ea"/>
                <a:cs typeface="+mn-cs"/>
              </a:defRPr>
            </a:lvl7pPr>
            <a:lvl8pPr marL="4395821" indent="-293055" algn="l" defTabSz="586109" rtl="0" eaLnBrk="1" latinLnBrk="0" hangingPunct="1">
              <a:spcBef>
                <a:spcPct val="20000"/>
              </a:spcBef>
              <a:buFont typeface="Arial"/>
              <a:buChar char="•"/>
              <a:defRPr sz="2550" kern="1200">
                <a:solidFill>
                  <a:schemeClr val="tx1"/>
                </a:solidFill>
                <a:latin typeface="+mn-lt"/>
                <a:ea typeface="+mn-ea"/>
                <a:cs typeface="+mn-cs"/>
              </a:defRPr>
            </a:lvl8pPr>
            <a:lvl9pPr marL="4981930" indent="-293055" algn="l" defTabSz="586109" rtl="0" eaLnBrk="1" latinLnBrk="0" hangingPunct="1">
              <a:spcBef>
                <a:spcPct val="20000"/>
              </a:spcBef>
              <a:buFont typeface="Arial"/>
              <a:buChar char="•"/>
              <a:defRPr sz="2550" kern="1200">
                <a:solidFill>
                  <a:schemeClr val="tx1"/>
                </a:solidFill>
                <a:latin typeface="+mn-lt"/>
                <a:ea typeface="+mn-ea"/>
                <a:cs typeface="+mn-cs"/>
              </a:defRPr>
            </a:lvl9pPr>
          </a:lstStyle>
          <a:p>
            <a:r>
              <a:rPr lang="en-US" dirty="0"/>
              <a:t>The rise of deep learning techniques</a:t>
            </a:r>
          </a:p>
        </p:txBody>
      </p:sp>
    </p:spTree>
    <p:extLst>
      <p:ext uri="{BB962C8B-B14F-4D97-AF65-F5344CB8AC3E}">
        <p14:creationId xmlns:p14="http://schemas.microsoft.com/office/powerpoint/2010/main" val="3512161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BC5C077-8B55-3BE2-4665-F4745B4A9E78}"/>
              </a:ext>
            </a:extLst>
          </p:cNvPr>
          <p:cNvSpPr>
            <a:spLocks noGrp="1"/>
          </p:cNvSpPr>
          <p:nvPr>
            <p:ph type="body" sz="quarter" idx="15"/>
          </p:nvPr>
        </p:nvSpPr>
        <p:spPr>
          <a:xfrm>
            <a:off x="609603" y="1803401"/>
            <a:ext cx="5612587" cy="3848100"/>
          </a:xfrm>
        </p:spPr>
        <p:txBody>
          <a:bodyPr>
            <a:normAutofit/>
          </a:bodyPr>
          <a:lstStyle/>
          <a:p>
            <a:r>
              <a:rPr lang="en-US" dirty="0"/>
              <a:t>Essential technologies in Machine Vision include </a:t>
            </a:r>
            <a:r>
              <a:rPr lang="en-US" dirty="0">
                <a:solidFill>
                  <a:srgbClr val="00B0F0"/>
                </a:solidFill>
              </a:rPr>
              <a:t>image sensors </a:t>
            </a:r>
            <a:r>
              <a:rPr lang="en-US" dirty="0"/>
              <a:t>(like CCD and CMOS), </a:t>
            </a:r>
            <a:r>
              <a:rPr lang="en-US" dirty="0">
                <a:solidFill>
                  <a:srgbClr val="00B0F0"/>
                </a:solidFill>
              </a:rPr>
              <a:t>image processing techniques </a:t>
            </a:r>
            <a:r>
              <a:rPr lang="en-US" dirty="0"/>
              <a:t>(such as filtering and edge detection), and the role of Machine Learning, particularly </a:t>
            </a:r>
            <a:r>
              <a:rPr lang="en-US" dirty="0">
                <a:solidFill>
                  <a:srgbClr val="00B0F0"/>
                </a:solidFill>
              </a:rPr>
              <a:t>deep learning</a:t>
            </a:r>
            <a:r>
              <a:rPr lang="en-US" dirty="0"/>
              <a:t>, in modern Machine Vision systems.</a:t>
            </a:r>
            <a:endParaRPr lang="en-CA" dirty="0"/>
          </a:p>
        </p:txBody>
      </p:sp>
      <p:sp>
        <p:nvSpPr>
          <p:cNvPr id="2" name="Title 1">
            <a:extLst>
              <a:ext uri="{FF2B5EF4-FFF2-40B4-BE49-F238E27FC236}">
                <a16:creationId xmlns:a16="http://schemas.microsoft.com/office/drawing/2014/main" id="{C65C592C-B3A6-4064-F7D7-889233D7BEC5}"/>
              </a:ext>
            </a:extLst>
          </p:cNvPr>
          <p:cNvSpPr>
            <a:spLocks noGrp="1"/>
          </p:cNvSpPr>
          <p:nvPr>
            <p:ph type="title"/>
          </p:nvPr>
        </p:nvSpPr>
        <p:spPr>
          <a:xfrm>
            <a:off x="609601" y="576274"/>
            <a:ext cx="5612588" cy="1001980"/>
          </a:xfrm>
        </p:spPr>
        <p:txBody>
          <a:bodyPr anchor="t">
            <a:normAutofit/>
          </a:bodyPr>
          <a:lstStyle/>
          <a:p>
            <a:r>
              <a:rPr lang="en-CA"/>
              <a:t>Key Technologies in Machine Vision</a:t>
            </a:r>
          </a:p>
        </p:txBody>
      </p:sp>
      <p:pic>
        <p:nvPicPr>
          <p:cNvPr id="11" name="Picture 10">
            <a:extLst>
              <a:ext uri="{FF2B5EF4-FFF2-40B4-BE49-F238E27FC236}">
                <a16:creationId xmlns:a16="http://schemas.microsoft.com/office/drawing/2014/main" id="{1805465F-91D4-BA09-8BE9-38F6340B14C5}"/>
              </a:ext>
            </a:extLst>
          </p:cNvPr>
          <p:cNvPicPr>
            <a:picLocks noChangeAspect="1"/>
          </p:cNvPicPr>
          <p:nvPr/>
        </p:nvPicPr>
        <p:blipFill>
          <a:blip r:embed="rId2"/>
          <a:stretch>
            <a:fillRect/>
          </a:stretch>
        </p:blipFill>
        <p:spPr>
          <a:xfrm>
            <a:off x="6598508" y="724930"/>
            <a:ext cx="5020962" cy="5020962"/>
          </a:xfrm>
          <a:prstGeom prst="rect">
            <a:avLst/>
          </a:prstGeom>
        </p:spPr>
      </p:pic>
    </p:spTree>
    <p:extLst>
      <p:ext uri="{BB962C8B-B14F-4D97-AF65-F5344CB8AC3E}">
        <p14:creationId xmlns:p14="http://schemas.microsoft.com/office/powerpoint/2010/main" val="74713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06B878A-EFC0-C05F-91A8-E9579CC584BA}"/>
              </a:ext>
            </a:extLst>
          </p:cNvPr>
          <p:cNvSpPr>
            <a:spLocks noGrp="1"/>
          </p:cNvSpPr>
          <p:nvPr>
            <p:ph type="body" sz="quarter" idx="15"/>
          </p:nvPr>
        </p:nvSpPr>
        <p:spPr>
          <a:xfrm>
            <a:off x="609603" y="1803401"/>
            <a:ext cx="5612587" cy="3848100"/>
          </a:xfrm>
        </p:spPr>
        <p:txBody>
          <a:bodyPr>
            <a:normAutofit lnSpcReduction="10000"/>
          </a:bodyPr>
          <a:lstStyle/>
          <a:p>
            <a:pPr>
              <a:lnSpc>
                <a:spcPct val="100000"/>
              </a:lnSpc>
            </a:pPr>
            <a:r>
              <a:rPr lang="en-US" sz="1700" dirty="0"/>
              <a:t>Machine Vision is all around us! </a:t>
            </a:r>
          </a:p>
          <a:p>
            <a:pPr marL="342900" indent="-342900">
              <a:lnSpc>
                <a:spcPct val="100000"/>
              </a:lnSpc>
              <a:buFont typeface="Arial" panose="020B0604020202020204" pitchFamily="34" charset="0"/>
              <a:buChar char="•"/>
            </a:pPr>
            <a:r>
              <a:rPr lang="en-US" sz="1700" dirty="0"/>
              <a:t>In </a:t>
            </a:r>
            <a:r>
              <a:rPr lang="en-US" sz="1700" dirty="0">
                <a:solidFill>
                  <a:srgbClr val="00B0F0"/>
                </a:solidFill>
              </a:rPr>
              <a:t>retail</a:t>
            </a:r>
            <a:r>
              <a:rPr lang="en-US" sz="1700" dirty="0"/>
              <a:t>, it's used for barcode scanning and inventory management.</a:t>
            </a:r>
          </a:p>
          <a:p>
            <a:pPr marL="342900" indent="-342900">
              <a:lnSpc>
                <a:spcPct val="100000"/>
              </a:lnSpc>
              <a:buFont typeface="Arial" panose="020B0604020202020204" pitchFamily="34" charset="0"/>
              <a:buChar char="•"/>
            </a:pPr>
            <a:r>
              <a:rPr lang="en-US" sz="1700" dirty="0"/>
              <a:t>In the </a:t>
            </a:r>
            <a:r>
              <a:rPr lang="en-US" sz="1700" dirty="0">
                <a:solidFill>
                  <a:srgbClr val="00B0F0"/>
                </a:solidFill>
              </a:rPr>
              <a:t>manufacturing</a:t>
            </a:r>
            <a:r>
              <a:rPr lang="en-US" sz="1700" dirty="0"/>
              <a:t> industry, it ensures quality checks on the assembly line.</a:t>
            </a:r>
          </a:p>
          <a:p>
            <a:pPr marL="342900" indent="-342900">
              <a:lnSpc>
                <a:spcPct val="100000"/>
              </a:lnSpc>
              <a:buFont typeface="Arial" panose="020B0604020202020204" pitchFamily="34" charset="0"/>
              <a:buChar char="•"/>
            </a:pPr>
            <a:r>
              <a:rPr lang="en-US" sz="1700" dirty="0"/>
              <a:t>In </a:t>
            </a:r>
            <a:r>
              <a:rPr lang="en-US" sz="1700" dirty="0">
                <a:solidFill>
                  <a:srgbClr val="00B0F0"/>
                </a:solidFill>
              </a:rPr>
              <a:t>entertainment</a:t>
            </a:r>
            <a:r>
              <a:rPr lang="en-US" sz="1700" dirty="0"/>
              <a:t> it allows the detection and tracking of objects of interest, enhancing visual effects in movies and games.</a:t>
            </a:r>
          </a:p>
          <a:p>
            <a:pPr marL="342900" indent="-342900">
              <a:lnSpc>
                <a:spcPct val="100000"/>
              </a:lnSpc>
              <a:buFont typeface="Arial" panose="020B0604020202020204" pitchFamily="34" charset="0"/>
              <a:buChar char="•"/>
            </a:pPr>
            <a:r>
              <a:rPr lang="en-US" sz="1700" dirty="0"/>
              <a:t>Lane keeping, blind spot checking, adaptive cruise, etc. in </a:t>
            </a:r>
            <a:r>
              <a:rPr lang="en-US" sz="1700" dirty="0">
                <a:solidFill>
                  <a:srgbClr val="00B0F0"/>
                </a:solidFill>
              </a:rPr>
              <a:t>autonomous</a:t>
            </a:r>
            <a:r>
              <a:rPr lang="en-US" sz="1700" dirty="0"/>
              <a:t> </a:t>
            </a:r>
            <a:r>
              <a:rPr lang="en-US" sz="1700" dirty="0">
                <a:solidFill>
                  <a:srgbClr val="00B0F0"/>
                </a:solidFill>
              </a:rPr>
              <a:t>vehicles</a:t>
            </a:r>
            <a:r>
              <a:rPr lang="en-US" sz="1700" dirty="0"/>
              <a:t>.</a:t>
            </a:r>
          </a:p>
          <a:p>
            <a:pPr marL="342900" indent="-342900">
              <a:lnSpc>
                <a:spcPct val="100000"/>
              </a:lnSpc>
              <a:buFont typeface="Arial" panose="020B0604020202020204" pitchFamily="34" charset="0"/>
              <a:buChar char="•"/>
            </a:pPr>
            <a:r>
              <a:rPr lang="en-US" sz="1700" dirty="0"/>
              <a:t>Think about how these technologies affect our daily lives and the efficiency of businesses.</a:t>
            </a:r>
            <a:endParaRPr lang="en-CA" sz="1700" dirty="0"/>
          </a:p>
        </p:txBody>
      </p:sp>
      <p:sp>
        <p:nvSpPr>
          <p:cNvPr id="2" name="Title 1">
            <a:extLst>
              <a:ext uri="{FF2B5EF4-FFF2-40B4-BE49-F238E27FC236}">
                <a16:creationId xmlns:a16="http://schemas.microsoft.com/office/drawing/2014/main" id="{2A58DF63-BCFE-2DAA-F969-90C19E29AF75}"/>
              </a:ext>
            </a:extLst>
          </p:cNvPr>
          <p:cNvSpPr>
            <a:spLocks noGrp="1"/>
          </p:cNvSpPr>
          <p:nvPr>
            <p:ph type="title"/>
          </p:nvPr>
        </p:nvSpPr>
        <p:spPr>
          <a:xfrm>
            <a:off x="609601" y="576274"/>
            <a:ext cx="5612588" cy="1001980"/>
          </a:xfrm>
        </p:spPr>
        <p:txBody>
          <a:bodyPr anchor="t">
            <a:normAutofit/>
          </a:bodyPr>
          <a:lstStyle/>
          <a:p>
            <a:r>
              <a:rPr lang="en-US" dirty="0"/>
              <a:t>Applications of Machine Vision in Everyday Life</a:t>
            </a:r>
            <a:endParaRPr lang="en-CA" dirty="0"/>
          </a:p>
        </p:txBody>
      </p:sp>
      <p:pic>
        <p:nvPicPr>
          <p:cNvPr id="3074" name="Picture 2" descr="The Top 5 Problems Vision Inspection Can Solve – SP Automation &amp; Robotics">
            <a:extLst>
              <a:ext uri="{FF2B5EF4-FFF2-40B4-BE49-F238E27FC236}">
                <a16:creationId xmlns:a16="http://schemas.microsoft.com/office/drawing/2014/main" id="{5F2FE71E-BBB0-A4CD-FBD3-49081D961E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21779" y="1504950"/>
            <a:ext cx="3752980" cy="3848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6522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7776A-1E5C-3730-6395-60E4D4074928}"/>
              </a:ext>
            </a:extLst>
          </p:cNvPr>
          <p:cNvSpPr>
            <a:spLocks noGrp="1"/>
          </p:cNvSpPr>
          <p:nvPr>
            <p:ph type="title"/>
          </p:nvPr>
        </p:nvSpPr>
        <p:spPr>
          <a:xfrm>
            <a:off x="609601" y="1040140"/>
            <a:ext cx="7250676" cy="1362076"/>
          </a:xfrm>
        </p:spPr>
        <p:txBody>
          <a:bodyPr anchor="b">
            <a:normAutofit/>
          </a:bodyPr>
          <a:lstStyle/>
          <a:p>
            <a:r>
              <a:rPr lang="en-US" dirty="0"/>
              <a:t>Machine Vision in Advanced Applications</a:t>
            </a:r>
            <a:endParaRPr lang="en-CA" dirty="0"/>
          </a:p>
        </p:txBody>
      </p:sp>
      <p:sp>
        <p:nvSpPr>
          <p:cNvPr id="3" name="Text Placeholder 2">
            <a:extLst>
              <a:ext uri="{FF2B5EF4-FFF2-40B4-BE49-F238E27FC236}">
                <a16:creationId xmlns:a16="http://schemas.microsoft.com/office/drawing/2014/main" id="{0259660A-5707-D11B-34DF-F3EBDDC2C66A}"/>
              </a:ext>
            </a:extLst>
          </p:cNvPr>
          <p:cNvSpPr>
            <a:spLocks noGrp="1"/>
          </p:cNvSpPr>
          <p:nvPr>
            <p:ph type="body" idx="1"/>
          </p:nvPr>
        </p:nvSpPr>
        <p:spPr>
          <a:xfrm>
            <a:off x="609601" y="3062821"/>
            <a:ext cx="10342178" cy="3117262"/>
          </a:xfrm>
        </p:spPr>
        <p:txBody>
          <a:bodyPr anchor="t">
            <a:normAutofit/>
          </a:bodyPr>
          <a:lstStyle/>
          <a:p>
            <a:pPr>
              <a:lnSpc>
                <a:spcPct val="90000"/>
              </a:lnSpc>
            </a:pPr>
            <a:r>
              <a:rPr lang="en-US" sz="1800" dirty="0"/>
              <a:t>Machine Vision is pivotal in advanced fields. </a:t>
            </a:r>
          </a:p>
          <a:p>
            <a:pPr marL="285750" indent="-285750">
              <a:lnSpc>
                <a:spcPct val="90000"/>
              </a:lnSpc>
              <a:buFont typeface="Arial" panose="020B0604020202020204" pitchFamily="34" charset="0"/>
              <a:buChar char="•"/>
            </a:pPr>
            <a:endParaRPr lang="en-US" sz="1800" dirty="0"/>
          </a:p>
          <a:p>
            <a:pPr marL="285750" indent="-285750">
              <a:lnSpc>
                <a:spcPct val="90000"/>
              </a:lnSpc>
              <a:buFont typeface="Arial" panose="020B0604020202020204" pitchFamily="34" charset="0"/>
              <a:buChar char="•"/>
            </a:pPr>
            <a:r>
              <a:rPr lang="en-US" sz="1800" dirty="0"/>
              <a:t>Autonomous vehicles use it for navigation</a:t>
            </a:r>
          </a:p>
          <a:p>
            <a:pPr marL="285750" indent="-285750">
              <a:lnSpc>
                <a:spcPct val="90000"/>
              </a:lnSpc>
              <a:buFont typeface="Arial" panose="020B0604020202020204" pitchFamily="34" charset="0"/>
              <a:buChar char="•"/>
            </a:pPr>
            <a:r>
              <a:rPr lang="en-US" sz="1800" dirty="0"/>
              <a:t>Medical imaging uses it for diagnostics and surgical assistance</a:t>
            </a:r>
          </a:p>
          <a:p>
            <a:pPr marL="285750" indent="-285750">
              <a:lnSpc>
                <a:spcPct val="90000"/>
              </a:lnSpc>
              <a:buFont typeface="Arial" panose="020B0604020202020204" pitchFamily="34" charset="0"/>
              <a:buChar char="•"/>
            </a:pPr>
            <a:r>
              <a:rPr lang="en-US" sz="1800" dirty="0"/>
              <a:t>Facial recognition systems enhance security and personalized experiences. </a:t>
            </a:r>
          </a:p>
          <a:p>
            <a:pPr>
              <a:lnSpc>
                <a:spcPct val="90000"/>
              </a:lnSpc>
            </a:pPr>
            <a:endParaRPr lang="en-US" sz="1800" dirty="0"/>
          </a:p>
          <a:p>
            <a:pPr>
              <a:lnSpc>
                <a:spcPct val="90000"/>
              </a:lnSpc>
            </a:pPr>
            <a:r>
              <a:rPr lang="en-US" sz="1800" dirty="0"/>
              <a:t>These applications highlight the versatility and transformative power of Machine Vision.</a:t>
            </a:r>
            <a:endParaRPr lang="en-CA" sz="1800" dirty="0"/>
          </a:p>
        </p:txBody>
      </p:sp>
      <p:sp>
        <p:nvSpPr>
          <p:cNvPr id="4" name="TextBox 3">
            <a:extLst>
              <a:ext uri="{FF2B5EF4-FFF2-40B4-BE49-F238E27FC236}">
                <a16:creationId xmlns:a16="http://schemas.microsoft.com/office/drawing/2014/main" id="{DB8B05DF-E47B-F27F-4951-C721CD57E61C}"/>
              </a:ext>
            </a:extLst>
          </p:cNvPr>
          <p:cNvSpPr txBox="1"/>
          <p:nvPr/>
        </p:nvSpPr>
        <p:spPr>
          <a:xfrm>
            <a:off x="4750676" y="5696607"/>
            <a:ext cx="6127531" cy="400110"/>
          </a:xfrm>
          <a:prstGeom prst="rect">
            <a:avLst/>
          </a:prstGeom>
          <a:noFill/>
        </p:spPr>
        <p:txBody>
          <a:bodyPr wrap="square" rtlCol="0">
            <a:spAutoFit/>
          </a:bodyPr>
          <a:lstStyle/>
          <a:p>
            <a:r>
              <a:rPr lang="en-CZ" sz="2000" dirty="0">
                <a:solidFill>
                  <a:srgbClr val="92D050"/>
                </a:solidFill>
              </a:rPr>
              <a:t>Refer to Week 1 Asynchronous material</a:t>
            </a:r>
          </a:p>
        </p:txBody>
      </p:sp>
    </p:spTree>
    <p:extLst>
      <p:ext uri="{BB962C8B-B14F-4D97-AF65-F5344CB8AC3E}">
        <p14:creationId xmlns:p14="http://schemas.microsoft.com/office/powerpoint/2010/main" val="3079281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AE0A0-E965-F342-D6C0-8F2AC726FA5E}"/>
              </a:ext>
            </a:extLst>
          </p:cNvPr>
          <p:cNvSpPr>
            <a:spLocks noGrp="1"/>
          </p:cNvSpPr>
          <p:nvPr>
            <p:ph type="title"/>
          </p:nvPr>
        </p:nvSpPr>
        <p:spPr>
          <a:xfrm>
            <a:off x="609601" y="576274"/>
            <a:ext cx="9621794" cy="1001980"/>
          </a:xfrm>
        </p:spPr>
        <p:txBody>
          <a:bodyPr anchor="t">
            <a:normAutofit/>
          </a:bodyPr>
          <a:lstStyle/>
          <a:p>
            <a:r>
              <a:rPr lang="en-US" dirty="0"/>
              <a:t>Basic Workflow of a Machine Vision System</a:t>
            </a:r>
            <a:endParaRPr lang="en-CA" dirty="0"/>
          </a:p>
        </p:txBody>
      </p:sp>
      <p:sp>
        <p:nvSpPr>
          <p:cNvPr id="3" name="Text Placeholder 2">
            <a:extLst>
              <a:ext uri="{FF2B5EF4-FFF2-40B4-BE49-F238E27FC236}">
                <a16:creationId xmlns:a16="http://schemas.microsoft.com/office/drawing/2014/main" id="{7B906286-3BE5-1ED2-F448-A48F11BBBE53}"/>
              </a:ext>
            </a:extLst>
          </p:cNvPr>
          <p:cNvSpPr>
            <a:spLocks noGrp="1"/>
          </p:cNvSpPr>
          <p:nvPr>
            <p:ph type="body" sz="quarter" idx="15"/>
          </p:nvPr>
        </p:nvSpPr>
        <p:spPr>
          <a:xfrm>
            <a:off x="609602" y="1803401"/>
            <a:ext cx="10580912" cy="3848100"/>
          </a:xfrm>
        </p:spPr>
        <p:txBody>
          <a:bodyPr>
            <a:normAutofit/>
          </a:bodyPr>
          <a:lstStyle/>
          <a:p>
            <a:r>
              <a:rPr lang="en-US" dirty="0"/>
              <a:t>The workflow of a Machine Vision system can be summarized in three steps: </a:t>
            </a:r>
          </a:p>
          <a:p>
            <a:pPr marL="457200" indent="-457200">
              <a:buFont typeface="+mj-lt"/>
              <a:buAutoNum type="arabicPeriod"/>
            </a:pPr>
            <a:r>
              <a:rPr lang="en-US" dirty="0">
                <a:solidFill>
                  <a:srgbClr val="002060"/>
                </a:solidFill>
              </a:rPr>
              <a:t>Image Acquisition </a:t>
            </a:r>
            <a:r>
              <a:rPr lang="en-US" dirty="0"/>
              <a:t>(Capturing the image)</a:t>
            </a:r>
          </a:p>
          <a:p>
            <a:pPr marL="457200" indent="-457200">
              <a:buFont typeface="+mj-lt"/>
              <a:buAutoNum type="arabicPeriod"/>
            </a:pPr>
            <a:r>
              <a:rPr lang="en-US" dirty="0">
                <a:solidFill>
                  <a:srgbClr val="002060"/>
                </a:solidFill>
              </a:rPr>
              <a:t>Image Processing </a:t>
            </a:r>
            <a:r>
              <a:rPr lang="en-US" dirty="0"/>
              <a:t>(Analyzing and Manipulating the image) </a:t>
            </a:r>
          </a:p>
          <a:p>
            <a:pPr marL="457200" indent="-457200">
              <a:buFont typeface="+mj-lt"/>
              <a:buAutoNum type="arabicPeriod"/>
            </a:pPr>
            <a:r>
              <a:rPr lang="en-US" dirty="0">
                <a:solidFill>
                  <a:srgbClr val="002060"/>
                </a:solidFill>
              </a:rPr>
              <a:t>Interpretation/Action </a:t>
            </a:r>
            <a:r>
              <a:rPr lang="en-US" dirty="0"/>
              <a:t>(Making decisions based on the processed image). </a:t>
            </a:r>
          </a:p>
          <a:p>
            <a:r>
              <a:rPr lang="en-US" dirty="0"/>
              <a:t>For example, in an automated inspection system in manufacturing, this workflow ensures quality control.</a:t>
            </a:r>
            <a:endParaRPr lang="en-CA" dirty="0"/>
          </a:p>
        </p:txBody>
      </p:sp>
    </p:spTree>
    <p:extLst>
      <p:ext uri="{BB962C8B-B14F-4D97-AF65-F5344CB8AC3E}">
        <p14:creationId xmlns:p14="http://schemas.microsoft.com/office/powerpoint/2010/main" val="32152087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FBB77-B419-F7A6-9CC8-BAC9EA05AC41}"/>
              </a:ext>
            </a:extLst>
          </p:cNvPr>
          <p:cNvSpPr>
            <a:spLocks noGrp="1"/>
          </p:cNvSpPr>
          <p:nvPr>
            <p:ph type="title"/>
          </p:nvPr>
        </p:nvSpPr>
        <p:spPr>
          <a:xfrm>
            <a:off x="609601" y="729091"/>
            <a:ext cx="7250676" cy="1362076"/>
          </a:xfrm>
        </p:spPr>
        <p:txBody>
          <a:bodyPr anchor="b">
            <a:normAutofit/>
          </a:bodyPr>
          <a:lstStyle/>
          <a:p>
            <a:r>
              <a:rPr lang="en-CA" dirty="0"/>
              <a:t>Introduction to Image Processing</a:t>
            </a:r>
          </a:p>
        </p:txBody>
      </p:sp>
      <p:sp>
        <p:nvSpPr>
          <p:cNvPr id="3" name="Text Placeholder 2">
            <a:extLst>
              <a:ext uri="{FF2B5EF4-FFF2-40B4-BE49-F238E27FC236}">
                <a16:creationId xmlns:a16="http://schemas.microsoft.com/office/drawing/2014/main" id="{16DBB8A1-9F67-CB1C-5928-EE537800C2C0}"/>
              </a:ext>
            </a:extLst>
          </p:cNvPr>
          <p:cNvSpPr>
            <a:spLocks noGrp="1"/>
          </p:cNvSpPr>
          <p:nvPr>
            <p:ph type="body" idx="1"/>
          </p:nvPr>
        </p:nvSpPr>
        <p:spPr>
          <a:xfrm>
            <a:off x="609601" y="2444982"/>
            <a:ext cx="8492358" cy="2074465"/>
          </a:xfrm>
        </p:spPr>
        <p:txBody>
          <a:bodyPr anchor="t">
            <a:normAutofit/>
          </a:bodyPr>
          <a:lstStyle/>
          <a:p>
            <a:pPr>
              <a:lnSpc>
                <a:spcPct val="90000"/>
              </a:lnSpc>
            </a:pPr>
            <a:r>
              <a:rPr lang="en-US" sz="2000" b="1" dirty="0"/>
              <a:t>Image processing forms the core of Machine Vision. </a:t>
            </a:r>
          </a:p>
          <a:p>
            <a:pPr>
              <a:lnSpc>
                <a:spcPct val="90000"/>
              </a:lnSpc>
            </a:pPr>
            <a:endParaRPr lang="en-US" sz="2000" b="1" dirty="0"/>
          </a:p>
          <a:p>
            <a:pPr>
              <a:lnSpc>
                <a:spcPct val="90000"/>
              </a:lnSpc>
            </a:pPr>
            <a:r>
              <a:rPr lang="en-US" sz="2000" dirty="0"/>
              <a:t>We deal with different Image Formats like JPEG, PNG, and RAW, and Color Spaces such as RGB and HSV.  </a:t>
            </a:r>
          </a:p>
          <a:p>
            <a:pPr>
              <a:lnSpc>
                <a:spcPct val="90000"/>
              </a:lnSpc>
            </a:pPr>
            <a:r>
              <a:rPr lang="en-US" sz="2000" dirty="0"/>
              <a:t>Let’s see a quick example of how to read an image using OpenCV.</a:t>
            </a:r>
          </a:p>
          <a:p>
            <a:pPr>
              <a:lnSpc>
                <a:spcPct val="90000"/>
              </a:lnSpc>
            </a:pPr>
            <a:endParaRPr lang="en-CA" sz="2000" dirty="0"/>
          </a:p>
        </p:txBody>
      </p:sp>
    </p:spTree>
    <p:extLst>
      <p:ext uri="{BB962C8B-B14F-4D97-AF65-F5344CB8AC3E}">
        <p14:creationId xmlns:p14="http://schemas.microsoft.com/office/powerpoint/2010/main" val="36222763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C0CFB0C-F8EB-5F14-BF61-9202549A200D}"/>
              </a:ext>
            </a:extLst>
          </p:cNvPr>
          <p:cNvSpPr>
            <a:spLocks noGrp="1"/>
          </p:cNvSpPr>
          <p:nvPr>
            <p:ph type="title"/>
          </p:nvPr>
        </p:nvSpPr>
        <p:spPr>
          <a:xfrm>
            <a:off x="609601" y="576274"/>
            <a:ext cx="7106241" cy="1001980"/>
          </a:xfrm>
        </p:spPr>
        <p:txBody>
          <a:bodyPr anchor="t">
            <a:normAutofit/>
          </a:bodyPr>
          <a:lstStyle/>
          <a:p>
            <a:r>
              <a:rPr lang="en-US" dirty="0"/>
              <a:t>What is a pixel?</a:t>
            </a:r>
          </a:p>
        </p:txBody>
      </p:sp>
      <p:sp>
        <p:nvSpPr>
          <p:cNvPr id="10" name="Text Placeholder 2">
            <a:extLst>
              <a:ext uri="{FF2B5EF4-FFF2-40B4-BE49-F238E27FC236}">
                <a16:creationId xmlns:a16="http://schemas.microsoft.com/office/drawing/2014/main" id="{E5825CBA-73D4-7F71-A990-DF358ABA4F5D}"/>
              </a:ext>
            </a:extLst>
          </p:cNvPr>
          <p:cNvSpPr>
            <a:spLocks/>
          </p:cNvSpPr>
          <p:nvPr/>
        </p:nvSpPr>
        <p:spPr>
          <a:xfrm>
            <a:off x="321824" y="1383516"/>
            <a:ext cx="5001029" cy="3468403"/>
          </a:xfrm>
          <a:prstGeom prst="rect">
            <a:avLst/>
          </a:prstGeom>
        </p:spPr>
        <p:txBody>
          <a:bodyPr/>
          <a:lstStyle/>
          <a:p>
            <a:pPr defTabSz="508029">
              <a:spcAft>
                <a:spcPts val="600"/>
              </a:spcAft>
            </a:pPr>
            <a:r>
              <a:rPr lang="en-US" sz="2015" b="1" kern="1200" dirty="0">
                <a:solidFill>
                  <a:srgbClr val="00B0F0"/>
                </a:solidFill>
                <a:latin typeface="+mn-lt"/>
                <a:ea typeface="+mn-ea"/>
                <a:cs typeface="+mn-cs"/>
              </a:rPr>
              <a:t>The Basic Unit of an Image</a:t>
            </a:r>
          </a:p>
          <a:p>
            <a:pPr defTabSz="508029">
              <a:spcAft>
                <a:spcPts val="600"/>
              </a:spcAft>
            </a:pPr>
            <a:endParaRPr lang="en-US" sz="2015" kern="1200" dirty="0">
              <a:solidFill>
                <a:schemeClr val="tx1"/>
              </a:solidFill>
              <a:latin typeface="+mn-lt"/>
              <a:ea typeface="+mn-ea"/>
              <a:cs typeface="+mn-cs"/>
            </a:endParaRPr>
          </a:p>
          <a:p>
            <a:pPr defTabSz="508029">
              <a:spcAft>
                <a:spcPts val="600"/>
              </a:spcAft>
            </a:pPr>
            <a:r>
              <a:rPr lang="en-US" sz="2015" kern="1200" dirty="0">
                <a:solidFill>
                  <a:schemeClr val="tx1"/>
                </a:solidFill>
                <a:latin typeface="+mn-lt"/>
                <a:ea typeface="+mn-ea"/>
                <a:cs typeface="+mn-cs"/>
              </a:rPr>
              <a:t>Think of a pixel as a numerical representation at location (</a:t>
            </a:r>
            <a:r>
              <a:rPr lang="en-US" sz="2015" kern="1200" dirty="0" err="1">
                <a:solidFill>
                  <a:schemeClr val="tx1"/>
                </a:solidFill>
                <a:latin typeface="+mn-lt"/>
                <a:ea typeface="+mn-ea"/>
                <a:cs typeface="+mn-cs"/>
              </a:rPr>
              <a:t>x,y</a:t>
            </a:r>
            <a:r>
              <a:rPr lang="en-US" sz="2015" kern="1200" dirty="0">
                <a:solidFill>
                  <a:schemeClr val="tx1"/>
                </a:solidFill>
                <a:latin typeface="+mn-lt"/>
                <a:ea typeface="+mn-ea"/>
                <a:cs typeface="+mn-cs"/>
              </a:rPr>
              <a:t>) in an image. </a:t>
            </a:r>
          </a:p>
          <a:p>
            <a:pPr defTabSz="508029">
              <a:spcAft>
                <a:spcPts val="600"/>
              </a:spcAft>
            </a:pPr>
            <a:r>
              <a:rPr lang="en-US" sz="2015" kern="1200" dirty="0">
                <a:solidFill>
                  <a:schemeClr val="tx1"/>
                </a:solidFill>
                <a:latin typeface="+mn-lt"/>
                <a:ea typeface="+mn-ea"/>
                <a:cs typeface="+mn-cs"/>
              </a:rPr>
              <a:t>It is either a </a:t>
            </a:r>
            <a:r>
              <a:rPr lang="en-US" sz="2015" kern="1200" dirty="0">
                <a:solidFill>
                  <a:srgbClr val="00B050"/>
                </a:solidFill>
                <a:latin typeface="+mn-lt"/>
                <a:ea typeface="+mn-ea"/>
                <a:cs typeface="+mn-cs"/>
              </a:rPr>
              <a:t>single value</a:t>
            </a:r>
            <a:r>
              <a:rPr lang="en-US" sz="2015" kern="1200" dirty="0">
                <a:solidFill>
                  <a:schemeClr val="tx1"/>
                </a:solidFill>
                <a:latin typeface="+mn-lt"/>
                <a:ea typeface="+mn-ea"/>
                <a:cs typeface="+mn-cs"/>
              </a:rPr>
              <a:t> (in grayscale images representing the black intensity), or a </a:t>
            </a:r>
            <a:r>
              <a:rPr lang="en-US" sz="2015" kern="1200" dirty="0">
                <a:solidFill>
                  <a:srgbClr val="00B050"/>
                </a:solidFill>
                <a:latin typeface="+mn-lt"/>
                <a:ea typeface="+mn-ea"/>
                <a:cs typeface="+mn-cs"/>
              </a:rPr>
              <a:t>tuple of 3 values </a:t>
            </a:r>
            <a:r>
              <a:rPr lang="en-US" sz="2015" kern="1200" dirty="0">
                <a:solidFill>
                  <a:schemeClr val="tx1"/>
                </a:solidFill>
                <a:latin typeface="+mn-lt"/>
                <a:ea typeface="+mn-ea"/>
                <a:cs typeface="+mn-cs"/>
              </a:rPr>
              <a:t>representing the Red, Green, and Blue intensities.</a:t>
            </a:r>
            <a:endParaRPr lang="en-US" dirty="0"/>
          </a:p>
        </p:txBody>
      </p:sp>
      <p:pic>
        <p:nvPicPr>
          <p:cNvPr id="1026" name="Picture 2" descr="RGB color values of some pixels in Lena's image | Download Scientific  Diagram">
            <a:extLst>
              <a:ext uri="{FF2B5EF4-FFF2-40B4-BE49-F238E27FC236}">
                <a16:creationId xmlns:a16="http://schemas.microsoft.com/office/drawing/2014/main" id="{64143F4B-7010-0C71-32A3-DC3095DFB4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2072" y="467299"/>
            <a:ext cx="4845170" cy="282729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utorial 1: Image Filtering">
            <a:extLst>
              <a:ext uri="{FF2B5EF4-FFF2-40B4-BE49-F238E27FC236}">
                <a16:creationId xmlns:a16="http://schemas.microsoft.com/office/drawing/2014/main" id="{AB8BD644-6E23-6A73-FA23-9C0BC469B6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1834" y="3329587"/>
            <a:ext cx="5205647" cy="21443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39931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8E8F3A0-EBCC-9198-F412-F27CFD59B9F3}"/>
              </a:ext>
            </a:extLst>
          </p:cNvPr>
          <p:cNvSpPr>
            <a:spLocks noGrp="1"/>
          </p:cNvSpPr>
          <p:nvPr>
            <p:ph type="body" sz="quarter" idx="15"/>
          </p:nvPr>
        </p:nvSpPr>
        <p:spPr>
          <a:xfrm>
            <a:off x="5993702" y="1803401"/>
            <a:ext cx="5612587" cy="3848100"/>
          </a:xfrm>
        </p:spPr>
        <p:txBody>
          <a:bodyPr>
            <a:normAutofit/>
          </a:bodyPr>
          <a:lstStyle/>
          <a:p>
            <a:r>
              <a:rPr lang="en-US" dirty="0"/>
              <a:t>The evolution of AI, especially </a:t>
            </a:r>
            <a:r>
              <a:rPr lang="en-US" dirty="0">
                <a:solidFill>
                  <a:srgbClr val="00B0F0"/>
                </a:solidFill>
              </a:rPr>
              <a:t>Deep</a:t>
            </a:r>
            <a:r>
              <a:rPr lang="en-US" dirty="0"/>
              <a:t> </a:t>
            </a:r>
            <a:r>
              <a:rPr lang="en-US" dirty="0">
                <a:solidFill>
                  <a:srgbClr val="00B0F0"/>
                </a:solidFill>
              </a:rPr>
              <a:t>Learning</a:t>
            </a:r>
            <a:r>
              <a:rPr lang="en-US" dirty="0"/>
              <a:t>, has revolutionized Machine Vision.</a:t>
            </a:r>
            <a:br>
              <a:rPr lang="en-US" dirty="0"/>
            </a:br>
            <a:r>
              <a:rPr lang="en-US" dirty="0"/>
              <a:t>AI enhances its </a:t>
            </a:r>
            <a:r>
              <a:rPr lang="en-US" dirty="0">
                <a:solidFill>
                  <a:srgbClr val="7030A0"/>
                </a:solidFill>
              </a:rPr>
              <a:t>accuracy</a:t>
            </a:r>
            <a:r>
              <a:rPr lang="en-US" dirty="0"/>
              <a:t> and enables the recognition of </a:t>
            </a:r>
            <a:r>
              <a:rPr lang="en-US" dirty="0">
                <a:solidFill>
                  <a:srgbClr val="7030A0"/>
                </a:solidFill>
              </a:rPr>
              <a:t>complex patterns</a:t>
            </a:r>
            <a:r>
              <a:rPr lang="en-US" dirty="0"/>
              <a:t>. </a:t>
            </a:r>
          </a:p>
          <a:p>
            <a:r>
              <a:rPr lang="en-GB" dirty="0">
                <a:effectLst/>
              </a:rPr>
              <a:t>In upcoming sessions, we’ll dive deeper into how </a:t>
            </a:r>
            <a:r>
              <a:rPr lang="en-GB" dirty="0">
                <a:solidFill>
                  <a:srgbClr val="00B0F0"/>
                </a:solidFill>
                <a:effectLst/>
              </a:rPr>
              <a:t>CNNs</a:t>
            </a:r>
            <a:r>
              <a:rPr lang="en-GB" dirty="0">
                <a:effectLst/>
              </a:rPr>
              <a:t> work and how they’re applied in real-world scenarios</a:t>
            </a:r>
            <a:endParaRPr lang="en-CA" dirty="0"/>
          </a:p>
        </p:txBody>
      </p:sp>
      <p:sp>
        <p:nvSpPr>
          <p:cNvPr id="2" name="Title 1">
            <a:extLst>
              <a:ext uri="{FF2B5EF4-FFF2-40B4-BE49-F238E27FC236}">
                <a16:creationId xmlns:a16="http://schemas.microsoft.com/office/drawing/2014/main" id="{61505F6F-B04D-40A1-1568-992EE035B6A1}"/>
              </a:ext>
            </a:extLst>
          </p:cNvPr>
          <p:cNvSpPr>
            <a:spLocks noGrp="1"/>
          </p:cNvSpPr>
          <p:nvPr>
            <p:ph type="title"/>
          </p:nvPr>
        </p:nvSpPr>
        <p:spPr>
          <a:xfrm>
            <a:off x="5993700" y="576274"/>
            <a:ext cx="5612588" cy="1001980"/>
          </a:xfrm>
        </p:spPr>
        <p:txBody>
          <a:bodyPr anchor="t">
            <a:normAutofit/>
          </a:bodyPr>
          <a:lstStyle/>
          <a:p>
            <a:r>
              <a:rPr lang="en-CA" dirty="0"/>
              <a:t>Transition to AI in Machine Vision</a:t>
            </a:r>
          </a:p>
        </p:txBody>
      </p:sp>
      <p:pic>
        <p:nvPicPr>
          <p:cNvPr id="4098" name="Picture 2" descr="Artificial Intelligence Understanding the fundamentals of Machine Learning,  Deep Learning, NLP, and Computer Vision - A beginner's guide 2023 - AliTech">
            <a:extLst>
              <a:ext uri="{FF2B5EF4-FFF2-40B4-BE49-F238E27FC236}">
                <a16:creationId xmlns:a16="http://schemas.microsoft.com/office/drawing/2014/main" id="{3F875B49-C91A-A0C3-E74F-07B230623D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711" y="1175657"/>
            <a:ext cx="4289722" cy="42897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56987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C7C02C3-D733-6F26-7D48-5588D5B26D8B}"/>
              </a:ext>
            </a:extLst>
          </p:cNvPr>
          <p:cNvSpPr>
            <a:spLocks noGrp="1"/>
          </p:cNvSpPr>
          <p:nvPr>
            <p:ph type="body" sz="quarter" idx="15"/>
          </p:nvPr>
        </p:nvSpPr>
        <p:spPr>
          <a:xfrm>
            <a:off x="609603" y="1803401"/>
            <a:ext cx="5612587" cy="3848100"/>
          </a:xfrm>
        </p:spPr>
        <p:txBody>
          <a:bodyPr>
            <a:normAutofit/>
          </a:bodyPr>
          <a:lstStyle/>
          <a:p>
            <a:r>
              <a:rPr lang="en-US" dirty="0"/>
              <a:t>Convolutional Neural Networks (CNNs) are a </a:t>
            </a:r>
            <a:r>
              <a:rPr lang="en-US" dirty="0">
                <a:solidFill>
                  <a:srgbClr val="7030A0"/>
                </a:solidFill>
              </a:rPr>
              <a:t>class of deep neural networks</a:t>
            </a:r>
            <a:r>
              <a:rPr lang="en-US" dirty="0"/>
              <a:t>, most commonly applied to analyzing visual imagery. They are powerful for </a:t>
            </a:r>
            <a:r>
              <a:rPr lang="en-US" dirty="0">
                <a:solidFill>
                  <a:srgbClr val="7030A0"/>
                </a:solidFill>
              </a:rPr>
              <a:t>automated feature extraction </a:t>
            </a:r>
            <a:r>
              <a:rPr lang="en-US" dirty="0"/>
              <a:t>in images, which we'll delve into in later lectures. Here's a visual to give you a taste of what's coming!</a:t>
            </a:r>
            <a:endParaRPr lang="en-CA" dirty="0"/>
          </a:p>
        </p:txBody>
      </p:sp>
      <p:sp>
        <p:nvSpPr>
          <p:cNvPr id="2" name="Title 1">
            <a:extLst>
              <a:ext uri="{FF2B5EF4-FFF2-40B4-BE49-F238E27FC236}">
                <a16:creationId xmlns:a16="http://schemas.microsoft.com/office/drawing/2014/main" id="{54D77503-1380-951F-9C8A-EBC26554122A}"/>
              </a:ext>
            </a:extLst>
          </p:cNvPr>
          <p:cNvSpPr>
            <a:spLocks noGrp="1"/>
          </p:cNvSpPr>
          <p:nvPr>
            <p:ph type="title"/>
          </p:nvPr>
        </p:nvSpPr>
        <p:spPr>
          <a:xfrm>
            <a:off x="609601" y="576274"/>
            <a:ext cx="5612588" cy="1001980"/>
          </a:xfrm>
        </p:spPr>
        <p:txBody>
          <a:bodyPr anchor="t">
            <a:normAutofit/>
          </a:bodyPr>
          <a:lstStyle/>
          <a:p>
            <a:r>
              <a:rPr lang="en-US" dirty="0"/>
              <a:t>Convolutional Neural Networks - A Sneak Peek</a:t>
            </a:r>
            <a:endParaRPr lang="en-CA" dirty="0"/>
          </a:p>
        </p:txBody>
      </p:sp>
      <p:pic>
        <p:nvPicPr>
          <p:cNvPr id="4" name="Picture 2" descr="Simple Image Classification using Convolutional Neural Network — Deep  Learning in python. | by Venkatesh Tata | Becoming Human: Artificial  Intelligence Magazine">
            <a:extLst>
              <a:ext uri="{FF2B5EF4-FFF2-40B4-BE49-F238E27FC236}">
                <a16:creationId xmlns:a16="http://schemas.microsoft.com/office/drawing/2014/main" id="{04ECBE2D-05B6-093E-5E9B-6C9E097B007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980386" y="1688055"/>
            <a:ext cx="6211614" cy="3494033"/>
          </a:xfrm>
          <a:prstGeom prst="rect">
            <a:avLst/>
          </a:prstGeom>
          <a:solidFill>
            <a:srgbClr val="FFFFFF"/>
          </a:solidFill>
        </p:spPr>
      </p:pic>
    </p:spTree>
    <p:extLst>
      <p:ext uri="{BB962C8B-B14F-4D97-AF65-F5344CB8AC3E}">
        <p14:creationId xmlns:p14="http://schemas.microsoft.com/office/powerpoint/2010/main" val="17985657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A906B1E-2BE0-1715-430D-C93F26029F47}"/>
              </a:ext>
            </a:extLst>
          </p:cNvPr>
          <p:cNvSpPr>
            <a:spLocks noGrp="1"/>
          </p:cNvSpPr>
          <p:nvPr>
            <p:ph type="body" sz="quarter" idx="15"/>
          </p:nvPr>
        </p:nvSpPr>
        <p:spPr>
          <a:xfrm>
            <a:off x="609603" y="1803401"/>
            <a:ext cx="5612587" cy="3848100"/>
          </a:xfrm>
        </p:spPr>
        <p:txBody>
          <a:bodyPr>
            <a:normAutofit/>
          </a:bodyPr>
          <a:lstStyle/>
          <a:p>
            <a:r>
              <a:rPr lang="en-US" dirty="0"/>
              <a:t>The skills you acquire in this course open doors to numerous career paths. Potential roles include </a:t>
            </a:r>
            <a:r>
              <a:rPr lang="en-US" dirty="0">
                <a:solidFill>
                  <a:srgbClr val="7030A0"/>
                </a:solidFill>
              </a:rPr>
              <a:t>Machine Vision Engineer, Data Scientist, and Research and Development positions</a:t>
            </a:r>
            <a:r>
              <a:rPr lang="en-US" dirty="0"/>
              <a:t>. Industries that are actively seeking these skills range from Healthcare to Automotive and Consumer Electronics.</a:t>
            </a:r>
            <a:endParaRPr lang="en-CA" dirty="0"/>
          </a:p>
        </p:txBody>
      </p:sp>
      <p:sp>
        <p:nvSpPr>
          <p:cNvPr id="2" name="Title 1">
            <a:extLst>
              <a:ext uri="{FF2B5EF4-FFF2-40B4-BE49-F238E27FC236}">
                <a16:creationId xmlns:a16="http://schemas.microsoft.com/office/drawing/2014/main" id="{5E5E5408-43DC-074C-EB3D-FD1745A5F9B9}"/>
              </a:ext>
            </a:extLst>
          </p:cNvPr>
          <p:cNvSpPr>
            <a:spLocks noGrp="1"/>
          </p:cNvSpPr>
          <p:nvPr>
            <p:ph type="title"/>
          </p:nvPr>
        </p:nvSpPr>
        <p:spPr>
          <a:xfrm>
            <a:off x="609601" y="576274"/>
            <a:ext cx="5612588" cy="1001980"/>
          </a:xfrm>
        </p:spPr>
        <p:txBody>
          <a:bodyPr anchor="t">
            <a:normAutofit/>
          </a:bodyPr>
          <a:lstStyle/>
          <a:p>
            <a:r>
              <a:rPr lang="en-US"/>
              <a:t>Career Opportunities in Machine Vision</a:t>
            </a:r>
            <a:endParaRPr lang="en-CA"/>
          </a:p>
        </p:txBody>
      </p:sp>
      <p:pic>
        <p:nvPicPr>
          <p:cNvPr id="6146" name="Picture 2" descr="Aspiring to become a Computer Vision Engineer?">
            <a:extLst>
              <a:ext uri="{FF2B5EF4-FFF2-40B4-BE49-F238E27FC236}">
                <a16:creationId xmlns:a16="http://schemas.microsoft.com/office/drawing/2014/main" id="{4FECAC3D-07E5-E4DF-FB68-6BC8025ED2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0997" y="1816359"/>
            <a:ext cx="4847628" cy="32252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33286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C7C791D-5DC2-5C4A-5F0C-FDAC1D1334FA}"/>
              </a:ext>
            </a:extLst>
          </p:cNvPr>
          <p:cNvSpPr>
            <a:spLocks noGrp="1"/>
          </p:cNvSpPr>
          <p:nvPr>
            <p:ph type="body" sz="quarter" idx="15"/>
          </p:nvPr>
        </p:nvSpPr>
        <p:spPr>
          <a:xfrm>
            <a:off x="609601" y="1803400"/>
            <a:ext cx="5753877" cy="3848100"/>
          </a:xfrm>
        </p:spPr>
        <p:txBody>
          <a:bodyPr>
            <a:normAutofit/>
          </a:bodyPr>
          <a:lstStyle/>
          <a:p>
            <a:pPr>
              <a:lnSpc>
                <a:spcPct val="100000"/>
              </a:lnSpc>
            </a:pPr>
            <a:r>
              <a:rPr lang="en-US" sz="1700" dirty="0"/>
              <a:t>To deepen your understanding, here are some recommended resources: </a:t>
            </a:r>
          </a:p>
          <a:p>
            <a:pPr marL="342900" indent="-342900">
              <a:lnSpc>
                <a:spcPct val="100000"/>
              </a:lnSpc>
              <a:buFont typeface="Arial" panose="020B0604020202020204" pitchFamily="34" charset="0"/>
              <a:buChar char="•"/>
            </a:pPr>
            <a:r>
              <a:rPr lang="en-CA" sz="1700" dirty="0">
                <a:hlinkClick r:id="rId2"/>
              </a:rPr>
              <a:t>https://youtu.be/ArPaAX_PhIs?si=iB53B6NqweLtwVUD</a:t>
            </a:r>
            <a:endParaRPr lang="en-CA" sz="1700" dirty="0"/>
          </a:p>
          <a:p>
            <a:pPr marL="342900" indent="-342900">
              <a:lnSpc>
                <a:spcPct val="100000"/>
              </a:lnSpc>
              <a:buFont typeface="Arial" panose="020B0604020202020204" pitchFamily="34" charset="0"/>
              <a:buChar char="•"/>
            </a:pPr>
            <a:r>
              <a:rPr lang="en-CA" sz="1700" dirty="0"/>
              <a:t>Let’s be honest…. </a:t>
            </a:r>
            <a:r>
              <a:rPr lang="en-CA" sz="1700" dirty="0" err="1"/>
              <a:t>ChatGpt</a:t>
            </a:r>
            <a:r>
              <a:rPr lang="en-CA" sz="1700" dirty="0"/>
              <a:t> is an excellent learning resource too!</a:t>
            </a:r>
          </a:p>
          <a:p>
            <a:pPr marL="342900" indent="-342900">
              <a:lnSpc>
                <a:spcPct val="100000"/>
              </a:lnSpc>
              <a:buFont typeface="Arial" panose="020B0604020202020204" pitchFamily="34" charset="0"/>
              <a:buChar char="•"/>
            </a:pPr>
            <a:endParaRPr lang="en-CA" sz="1700" dirty="0"/>
          </a:p>
          <a:p>
            <a:pPr marL="342900" indent="-342900">
              <a:lnSpc>
                <a:spcPct val="100000"/>
              </a:lnSpc>
              <a:buFont typeface="Arial" panose="020B0604020202020204" pitchFamily="34" charset="0"/>
              <a:buChar char="•"/>
            </a:pPr>
            <a:endParaRPr lang="en-CA" sz="1700" dirty="0"/>
          </a:p>
          <a:p>
            <a:pPr marL="342900" indent="-342900">
              <a:lnSpc>
                <a:spcPct val="100000"/>
              </a:lnSpc>
              <a:buFont typeface="Arial" panose="020B0604020202020204" pitchFamily="34" charset="0"/>
              <a:buChar char="•"/>
            </a:pPr>
            <a:r>
              <a:rPr lang="en-US" sz="1700" dirty="0"/>
              <a:t>We'll also be using Python, OpenCV, and </a:t>
            </a:r>
            <a:r>
              <a:rPr lang="en-US" sz="1700" dirty="0" err="1"/>
              <a:t>PyTorch</a:t>
            </a:r>
            <a:r>
              <a:rPr lang="en-US" sz="1700" dirty="0"/>
              <a:t> extensively, so familiarizing yourself with these tools will be beneficial.</a:t>
            </a:r>
          </a:p>
          <a:p>
            <a:pPr marL="342900" indent="-342900">
              <a:lnSpc>
                <a:spcPct val="100000"/>
              </a:lnSpc>
              <a:buFont typeface="Arial" panose="020B0604020202020204" pitchFamily="34" charset="0"/>
              <a:buChar char="•"/>
            </a:pPr>
            <a:endParaRPr lang="en-CA" sz="1700" dirty="0"/>
          </a:p>
        </p:txBody>
      </p:sp>
      <p:sp>
        <p:nvSpPr>
          <p:cNvPr id="2" name="Title 1">
            <a:extLst>
              <a:ext uri="{FF2B5EF4-FFF2-40B4-BE49-F238E27FC236}">
                <a16:creationId xmlns:a16="http://schemas.microsoft.com/office/drawing/2014/main" id="{1EC9120A-B11F-3111-D3F0-E24FEC12A469}"/>
              </a:ext>
            </a:extLst>
          </p:cNvPr>
          <p:cNvSpPr>
            <a:spLocks noGrp="1"/>
          </p:cNvSpPr>
          <p:nvPr>
            <p:ph type="title"/>
          </p:nvPr>
        </p:nvSpPr>
        <p:spPr>
          <a:xfrm>
            <a:off x="609601" y="576274"/>
            <a:ext cx="5612588" cy="1001980"/>
          </a:xfrm>
        </p:spPr>
        <p:txBody>
          <a:bodyPr anchor="t">
            <a:normAutofit/>
          </a:bodyPr>
          <a:lstStyle/>
          <a:p>
            <a:r>
              <a:rPr lang="en-CA"/>
              <a:t>Resources for Further Learning</a:t>
            </a:r>
          </a:p>
        </p:txBody>
      </p:sp>
      <p:pic>
        <p:nvPicPr>
          <p:cNvPr id="5" name="Picture 4" descr="Light bulb on yellow background with sketched light beams and cord">
            <a:extLst>
              <a:ext uri="{FF2B5EF4-FFF2-40B4-BE49-F238E27FC236}">
                <a16:creationId xmlns:a16="http://schemas.microsoft.com/office/drawing/2014/main" id="{5101BF03-4396-5041-3FA1-3F332F0EE0FB}"/>
              </a:ext>
            </a:extLst>
          </p:cNvPr>
          <p:cNvPicPr>
            <a:picLocks noChangeAspect="1"/>
          </p:cNvPicPr>
          <p:nvPr/>
        </p:nvPicPr>
        <p:blipFill rotWithShape="1">
          <a:blip r:embed="rId3"/>
          <a:srcRect l="36404" r="1" b="1"/>
          <a:stretch/>
        </p:blipFill>
        <p:spPr>
          <a:xfrm>
            <a:off x="7955902" y="639773"/>
            <a:ext cx="4236098" cy="5011727"/>
          </a:xfrm>
          <a:prstGeom prst="rect">
            <a:avLst/>
          </a:prstGeom>
          <a:noFill/>
        </p:spPr>
      </p:pic>
    </p:spTree>
    <p:extLst>
      <p:ext uri="{BB962C8B-B14F-4D97-AF65-F5344CB8AC3E}">
        <p14:creationId xmlns:p14="http://schemas.microsoft.com/office/powerpoint/2010/main" val="39921153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E1AC8DF-DB55-5656-94B1-AE4EAF6AFCAD}"/>
              </a:ext>
            </a:extLst>
          </p:cNvPr>
          <p:cNvSpPr>
            <a:spLocks noGrp="1"/>
          </p:cNvSpPr>
          <p:nvPr>
            <p:ph type="body" sz="quarter" idx="15"/>
          </p:nvPr>
        </p:nvSpPr>
        <p:spPr>
          <a:xfrm>
            <a:off x="609603" y="1803401"/>
            <a:ext cx="5939478" cy="3848099"/>
          </a:xfrm>
        </p:spPr>
        <p:txBody>
          <a:bodyPr>
            <a:normAutofit fontScale="92500" lnSpcReduction="20000"/>
          </a:bodyPr>
          <a:lstStyle/>
          <a:p>
            <a:r>
              <a:rPr lang="en-US" dirty="0"/>
              <a:t>•	The basics of Machine Vision.</a:t>
            </a:r>
          </a:p>
          <a:p>
            <a:r>
              <a:rPr lang="en-US" dirty="0"/>
              <a:t>•	Its history and key technologies.</a:t>
            </a:r>
          </a:p>
          <a:p>
            <a:r>
              <a:rPr lang="en-US" dirty="0"/>
              <a:t>•	Real-world applications, from everyday </a:t>
            </a:r>
          </a:p>
          <a:p>
            <a:r>
              <a:rPr lang="en-US" dirty="0"/>
              <a:t>	uses to advanced fields.</a:t>
            </a:r>
          </a:p>
          <a:p>
            <a:endParaRPr lang="en-US" dirty="0"/>
          </a:p>
          <a:p>
            <a:endParaRPr lang="en-US" dirty="0"/>
          </a:p>
          <a:p>
            <a:r>
              <a:rPr lang="en-US" dirty="0"/>
              <a:t>Remember, the world of Machine Vision is as expansive as it is exciting, and you're just getting started!</a:t>
            </a:r>
            <a:endParaRPr lang="en-CA" dirty="0"/>
          </a:p>
        </p:txBody>
      </p:sp>
      <p:sp>
        <p:nvSpPr>
          <p:cNvPr id="2" name="Title 1">
            <a:extLst>
              <a:ext uri="{FF2B5EF4-FFF2-40B4-BE49-F238E27FC236}">
                <a16:creationId xmlns:a16="http://schemas.microsoft.com/office/drawing/2014/main" id="{D7265259-0A15-F440-45CB-D76655286435}"/>
              </a:ext>
            </a:extLst>
          </p:cNvPr>
          <p:cNvSpPr>
            <a:spLocks noGrp="1"/>
          </p:cNvSpPr>
          <p:nvPr>
            <p:ph type="title"/>
          </p:nvPr>
        </p:nvSpPr>
        <p:spPr>
          <a:xfrm>
            <a:off x="609601" y="576274"/>
            <a:ext cx="5612588" cy="1001980"/>
          </a:xfrm>
        </p:spPr>
        <p:txBody>
          <a:bodyPr anchor="t">
            <a:normAutofit/>
          </a:bodyPr>
          <a:lstStyle/>
          <a:p>
            <a:r>
              <a:rPr lang="en-CA"/>
              <a:t>Summary of Today’s Lecture</a:t>
            </a:r>
          </a:p>
        </p:txBody>
      </p:sp>
      <p:pic>
        <p:nvPicPr>
          <p:cNvPr id="5" name="Picture 4" descr="A calculus formula">
            <a:extLst>
              <a:ext uri="{FF2B5EF4-FFF2-40B4-BE49-F238E27FC236}">
                <a16:creationId xmlns:a16="http://schemas.microsoft.com/office/drawing/2014/main" id="{A9A95229-55FC-8804-6CAA-4836D3FA4F39}"/>
              </a:ext>
            </a:extLst>
          </p:cNvPr>
          <p:cNvPicPr>
            <a:picLocks noChangeAspect="1"/>
          </p:cNvPicPr>
          <p:nvPr/>
        </p:nvPicPr>
        <p:blipFill rotWithShape="1">
          <a:blip r:embed="rId2"/>
          <a:srcRect l="12465" r="18512" b="3"/>
          <a:stretch/>
        </p:blipFill>
        <p:spPr>
          <a:xfrm>
            <a:off x="7009488" y="639773"/>
            <a:ext cx="5182512" cy="5011727"/>
          </a:xfrm>
          <a:prstGeom prst="rect">
            <a:avLst/>
          </a:prstGeom>
          <a:noFill/>
        </p:spPr>
      </p:pic>
      <p:sp>
        <p:nvSpPr>
          <p:cNvPr id="7" name="TextBox 6">
            <a:extLst>
              <a:ext uri="{FF2B5EF4-FFF2-40B4-BE49-F238E27FC236}">
                <a16:creationId xmlns:a16="http://schemas.microsoft.com/office/drawing/2014/main" id="{17DB09DA-826A-9BC9-BE52-012FA023F39B}"/>
              </a:ext>
            </a:extLst>
          </p:cNvPr>
          <p:cNvSpPr txBox="1"/>
          <p:nvPr/>
        </p:nvSpPr>
        <p:spPr>
          <a:xfrm>
            <a:off x="6222189" y="5876647"/>
            <a:ext cx="5580994" cy="307777"/>
          </a:xfrm>
          <a:prstGeom prst="rect">
            <a:avLst/>
          </a:prstGeom>
          <a:noFill/>
        </p:spPr>
        <p:txBody>
          <a:bodyPr wrap="square" rtlCol="0">
            <a:spAutoFit/>
          </a:bodyPr>
          <a:lstStyle/>
          <a:p>
            <a:r>
              <a:rPr lang="en-CZ" sz="1400" dirty="0"/>
              <a:t>Images are generated by Microsoft Copilot AI tool</a:t>
            </a:r>
          </a:p>
        </p:txBody>
      </p:sp>
    </p:spTree>
    <p:extLst>
      <p:ext uri="{BB962C8B-B14F-4D97-AF65-F5344CB8AC3E}">
        <p14:creationId xmlns:p14="http://schemas.microsoft.com/office/powerpoint/2010/main" val="11075028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81F96-915F-5587-97B0-6BE02D7F434E}"/>
              </a:ext>
            </a:extLst>
          </p:cNvPr>
          <p:cNvSpPr>
            <a:spLocks noGrp="1"/>
          </p:cNvSpPr>
          <p:nvPr>
            <p:ph type="title"/>
          </p:nvPr>
        </p:nvSpPr>
        <p:spPr>
          <a:xfrm>
            <a:off x="609601" y="1544637"/>
            <a:ext cx="7250676" cy="1362076"/>
          </a:xfrm>
        </p:spPr>
        <p:txBody>
          <a:bodyPr anchor="b">
            <a:normAutofit/>
          </a:bodyPr>
          <a:lstStyle/>
          <a:p>
            <a:r>
              <a:rPr lang="en-CA"/>
              <a:t>Next Week Preview</a:t>
            </a:r>
          </a:p>
        </p:txBody>
      </p:sp>
      <p:sp>
        <p:nvSpPr>
          <p:cNvPr id="3" name="Text Placeholder 2">
            <a:extLst>
              <a:ext uri="{FF2B5EF4-FFF2-40B4-BE49-F238E27FC236}">
                <a16:creationId xmlns:a16="http://schemas.microsoft.com/office/drawing/2014/main" id="{6C93086B-D7E6-0D2C-83D0-BB812726E7E2}"/>
              </a:ext>
            </a:extLst>
          </p:cNvPr>
          <p:cNvSpPr>
            <a:spLocks noGrp="1"/>
          </p:cNvSpPr>
          <p:nvPr>
            <p:ph type="body" idx="1"/>
          </p:nvPr>
        </p:nvSpPr>
        <p:spPr>
          <a:xfrm>
            <a:off x="609601" y="3075178"/>
            <a:ext cx="7250676" cy="1500188"/>
          </a:xfrm>
        </p:spPr>
        <p:txBody>
          <a:bodyPr anchor="t">
            <a:normAutofit/>
          </a:bodyPr>
          <a:lstStyle/>
          <a:p>
            <a:r>
              <a:rPr lang="en-US" dirty="0"/>
              <a:t>Next week, we'll dive into the Fundamentals of Image Processing. We'll explore how images are captured, processed</a:t>
            </a:r>
            <a:endParaRPr lang="en-CA" dirty="0"/>
          </a:p>
        </p:txBody>
      </p:sp>
    </p:spTree>
    <p:extLst>
      <p:ext uri="{BB962C8B-B14F-4D97-AF65-F5344CB8AC3E}">
        <p14:creationId xmlns:p14="http://schemas.microsoft.com/office/powerpoint/2010/main" val="843242976"/>
      </p:ext>
    </p:extLst>
  </p:cSld>
  <p:clrMapOvr>
    <a:masterClrMapping/>
  </p:clrMapOvr>
</p:sld>
</file>

<file path=ppt/theme/theme1.xml><?xml version="1.0" encoding="utf-8"?>
<a:theme xmlns:a="http://schemas.openxmlformats.org/drawingml/2006/main" name="Office Theme">
  <a:themeElements>
    <a:clrScheme name="Algonquin College Colours">
      <a:dk1>
        <a:srgbClr val="423F3F"/>
      </a:dk1>
      <a:lt1>
        <a:sysClr val="window" lastClr="FFFFFF"/>
      </a:lt1>
      <a:dk2>
        <a:srgbClr val="00673E"/>
      </a:dk2>
      <a:lt2>
        <a:srgbClr val="FFFFFF"/>
      </a:lt2>
      <a:accent1>
        <a:srgbClr val="00673E"/>
      </a:accent1>
      <a:accent2>
        <a:srgbClr val="599A83"/>
      </a:accent2>
      <a:accent3>
        <a:srgbClr val="A6C8BC"/>
      </a:accent3>
      <a:accent4>
        <a:srgbClr val="408A70"/>
      </a:accent4>
      <a:accent5>
        <a:srgbClr val="423F3F"/>
      </a:accent5>
      <a:accent6>
        <a:srgbClr val="B4B2B5"/>
      </a:accent6>
      <a:hlink>
        <a:srgbClr val="43B02A"/>
      </a:hlink>
      <a:folHlink>
        <a:srgbClr val="7AC143"/>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lesson-template-nov2017</Template>
  <TotalTime>12000</TotalTime>
  <Words>975</Words>
  <Application>Microsoft Macintosh PowerPoint</Application>
  <PresentationFormat>Widescreen</PresentationFormat>
  <Paragraphs>87</Paragraphs>
  <Slides>17</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Arial</vt:lpstr>
      <vt:lpstr>Segoe UI</vt:lpstr>
      <vt:lpstr>Wingdings</vt:lpstr>
      <vt:lpstr>Office Theme</vt:lpstr>
      <vt:lpstr>Introduction to Machine Vision</vt:lpstr>
      <vt:lpstr>General Information </vt:lpstr>
      <vt:lpstr>Course Overview</vt:lpstr>
      <vt:lpstr>What is Machine Vision?</vt:lpstr>
      <vt:lpstr>History and Evolution of Machine Vision</vt:lpstr>
      <vt:lpstr>Key Technologies in Machine Vision</vt:lpstr>
      <vt:lpstr>Applications of Machine Vision in Everyday Life</vt:lpstr>
      <vt:lpstr>Machine Vision in Advanced Applications</vt:lpstr>
      <vt:lpstr>Basic Workflow of a Machine Vision System</vt:lpstr>
      <vt:lpstr>Introduction to Image Processing</vt:lpstr>
      <vt:lpstr>What is a pixel?</vt:lpstr>
      <vt:lpstr>Transition to AI in Machine Vision</vt:lpstr>
      <vt:lpstr>Convolutional Neural Networks - A Sneak Peek</vt:lpstr>
      <vt:lpstr>Career Opportunities in Machine Vision</vt:lpstr>
      <vt:lpstr>Resources for Further Learning</vt:lpstr>
      <vt:lpstr>Summary of Today’s Lecture</vt:lpstr>
      <vt:lpstr>Next Week Preview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Machine Vision</dc:title>
  <dc:creator>Wassim El Ahmar</dc:creator>
  <cp:lastModifiedBy>Stephin Rachel Thomas</cp:lastModifiedBy>
  <cp:revision>32</cp:revision>
  <dcterms:created xsi:type="dcterms:W3CDTF">2023-12-22T18:26:12Z</dcterms:created>
  <dcterms:modified xsi:type="dcterms:W3CDTF">2026-01-14T18:06:30Z</dcterms:modified>
</cp:coreProperties>
</file>