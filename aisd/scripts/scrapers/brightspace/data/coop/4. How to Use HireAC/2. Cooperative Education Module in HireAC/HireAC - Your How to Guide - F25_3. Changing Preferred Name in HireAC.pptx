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36" r:id="rId5"/>
    <p:sldId id="365" r:id="rId6"/>
    <p:sldId id="340" r:id="rId7"/>
    <p:sldId id="381" r:id="rId8"/>
  </p:sldIdLst>
  <p:sldSz cx="16257588" cy="9144000"/>
  <p:notesSz cx="6858000" cy="9144000"/>
  <p:defaultTextStyle>
    <a:defPPr>
      <a:defRPr lang="en-US"/>
    </a:defPPr>
    <a:lvl1pPr marL="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3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512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89278"/>
    <a:srgbClr val="1E6040"/>
    <a:srgbClr val="006643"/>
    <a:srgbClr val="338267"/>
    <a:srgbClr val="267A52"/>
    <a:srgbClr val="43B02A"/>
    <a:srgbClr val="00673E"/>
    <a:srgbClr val="7AC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65" autoAdjust="0"/>
    <p:restoredTop sz="85007" autoAdjust="0"/>
  </p:normalViewPr>
  <p:slideViewPr>
    <p:cSldViewPr snapToGrid="0" snapToObjects="1">
      <p:cViewPr varScale="1">
        <p:scale>
          <a:sx n="47" d="100"/>
          <a:sy n="47" d="100"/>
        </p:scale>
        <p:origin x="1632" y="67"/>
      </p:cViewPr>
      <p:guideLst>
        <p:guide orient="horz" pos="2880"/>
        <p:guide pos="5121"/>
      </p:guideLst>
    </p:cSldViewPr>
  </p:slideViewPr>
  <p:outlineViewPr>
    <p:cViewPr>
      <p:scale>
        <a:sx n="33" d="100"/>
        <a:sy n="33" d="100"/>
      </p:scale>
      <p:origin x="0" y="53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62" d="100"/>
          <a:sy n="62" d="100"/>
        </p:scale>
        <p:origin x="315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678AF4-5E64-AC4C-BB17-179E924E563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BC6A53-3777-FA4B-999B-678D40C4B3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041370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BA0A7F-40AB-B84E-BA8C-8861397EF456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B51CE3-F1EC-6B4D-8B6D-86D363C89B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8759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781583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5631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234475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312633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390791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4689500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5471084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6252667" algn="l" defTabSz="781583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24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B425D-253B-61A2-6D40-699453AC3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E5CE16-EA54-5ECB-8867-A29616ADD1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CCBCE-262D-4043-79EE-31BE28B5CB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E4065-ADB7-9C73-7F1A-0728F41FB9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B51CE3-F1EC-6B4D-8B6D-86D363C89BA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783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1.emf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812882" y="1716573"/>
            <a:ext cx="9668510" cy="218069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CA" dirty="0"/>
              <a:t>This is your presentation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829733" y="7346545"/>
            <a:ext cx="7145607" cy="993775"/>
          </a:xfrm>
        </p:spPr>
        <p:txBody>
          <a:bodyPr anchor="b"/>
          <a:lstStyle>
            <a:lvl1pPr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Month 24th, 2023</a:t>
            </a:r>
            <a:endParaRPr lang="en-US" dirty="0"/>
          </a:p>
        </p:txBody>
      </p:sp>
      <p:sp>
        <p:nvSpPr>
          <p:cNvPr id="60" name="AutoShape 25">
            <a:extLst>
              <a:ext uri="{FF2B5EF4-FFF2-40B4-BE49-F238E27FC236}">
                <a16:creationId xmlns:a16="http://schemas.microsoft.com/office/drawing/2014/main" id="{EB6E2FE3-939D-5704-E0EE-C748EF76D90D}"/>
              </a:ext>
            </a:extLst>
          </p:cNvPr>
          <p:cNvSpPr>
            <a:spLocks noChangeAspect="1" noChangeArrowheads="1" noTextEdit="1"/>
          </p:cNvSpPr>
          <p:nvPr userDrawn="1"/>
        </p:nvSpPr>
        <p:spPr bwMode="auto">
          <a:xfrm>
            <a:off x="2841625" y="1471614"/>
            <a:ext cx="10574338" cy="620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7" name="Picture 56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AA8870E9-517B-BF5A-661F-CB79DA7D7F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0249"/>
          <a:stretch/>
        </p:blipFill>
        <p:spPr>
          <a:xfrm>
            <a:off x="11779224" y="426723"/>
            <a:ext cx="4086909" cy="2201222"/>
          </a:xfrm>
          <a:prstGeom prst="rect">
            <a:avLst/>
          </a:prstGeom>
        </p:spPr>
      </p:pic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3B14D2C6-9BD8-442C-6213-AB201EC4A56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40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644026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Separator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15978"/>
            <a:ext cx="16257588" cy="173909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0" y="2059516"/>
            <a:ext cx="9668513" cy="1816101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4800" b="1" cap="none" baseline="0">
                <a:solidFill>
                  <a:srgbClr val="FFFFFF"/>
                </a:solidFill>
              </a:defRPr>
            </a:lvl1pPr>
          </a:lstStyle>
          <a:p>
            <a:r>
              <a:rPr lang="en-CA" dirty="0"/>
              <a:t>Chapter or Section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12881" y="4083762"/>
            <a:ext cx="9668512" cy="2000250"/>
          </a:xfrm>
        </p:spPr>
        <p:txBody>
          <a:bodyPr lIns="0" tIns="0" rIns="0" bIns="0" anchor="t"/>
          <a:lstStyle>
            <a:lvl1pPr marL="0" indent="0">
              <a:lnSpc>
                <a:spcPct val="100000"/>
              </a:lnSpc>
              <a:buNone/>
              <a:defRPr sz="3400" baseline="0">
                <a:solidFill>
                  <a:srgbClr val="A6C8BC"/>
                </a:solidFill>
              </a:defRPr>
            </a:lvl1pPr>
            <a:lvl2pPr marL="781583" indent="0">
              <a:buNone/>
              <a:defRPr sz="3100">
                <a:solidFill>
                  <a:schemeClr val="tx1">
                    <a:tint val="75000"/>
                  </a:schemeClr>
                </a:solidFill>
              </a:defRPr>
            </a:lvl2pPr>
            <a:lvl3pPr marL="1563167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34475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312633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90791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6895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5471084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6252667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CA" dirty="0"/>
              <a:t>Brief description or intro to this section</a:t>
            </a:r>
          </a:p>
        </p:txBody>
      </p:sp>
      <p:sp>
        <p:nvSpPr>
          <p:cNvPr id="15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rgbClr val="96B7A6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965F924-4638-D48A-9C53-267EC9057214}"/>
              </a:ext>
            </a:extLst>
          </p:cNvPr>
          <p:cNvGrpSpPr/>
          <p:nvPr userDrawn="1"/>
        </p:nvGrpSpPr>
        <p:grpSpPr>
          <a:xfrm>
            <a:off x="12409276" y="803771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" name="Freeform 221">
              <a:extLst>
                <a:ext uri="{FF2B5EF4-FFF2-40B4-BE49-F238E27FC236}">
                  <a16:creationId xmlns:a16="http://schemas.microsoft.com/office/drawing/2014/main" id="{D669F953-EBC3-3958-F54B-350833FEF0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A6304AA5-1218-BC18-B70A-CE55E08C27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Rectangle 223">
              <a:extLst>
                <a:ext uri="{FF2B5EF4-FFF2-40B4-BE49-F238E27FC236}">
                  <a16:creationId xmlns:a16="http://schemas.microsoft.com/office/drawing/2014/main" id="{E1558F93-78CF-B224-5A41-EE93ECDBB61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4">
              <a:extLst>
                <a:ext uri="{FF2B5EF4-FFF2-40B4-BE49-F238E27FC236}">
                  <a16:creationId xmlns:a16="http://schemas.microsoft.com/office/drawing/2014/main" id="{CD21A58E-E89F-EEE1-7519-C064416BEA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5">
              <a:extLst>
                <a:ext uri="{FF2B5EF4-FFF2-40B4-BE49-F238E27FC236}">
                  <a16:creationId xmlns:a16="http://schemas.microsoft.com/office/drawing/2014/main" id="{BDACF6F3-E5CC-E6FC-04BC-295B55D980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FF66B08-05CC-4285-FE3D-64601DD118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B5FE0270-B14A-9806-3FEF-BB56844531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AF495889-E713-EB8C-6155-93CA24BE57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9">
              <a:extLst>
                <a:ext uri="{FF2B5EF4-FFF2-40B4-BE49-F238E27FC236}">
                  <a16:creationId xmlns:a16="http://schemas.microsoft.com/office/drawing/2014/main" id="{0A645694-9D2E-4874-F25E-7F9E450A4C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0">
              <a:extLst>
                <a:ext uri="{FF2B5EF4-FFF2-40B4-BE49-F238E27FC236}">
                  <a16:creationId xmlns:a16="http://schemas.microsoft.com/office/drawing/2014/main" id="{B427E418-FFD6-B889-77A1-69A9F74FEF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1">
              <a:extLst>
                <a:ext uri="{FF2B5EF4-FFF2-40B4-BE49-F238E27FC236}">
                  <a16:creationId xmlns:a16="http://schemas.microsoft.com/office/drawing/2014/main" id="{9E50BDDE-90AA-0E1B-56F8-628F76C102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2">
              <a:extLst>
                <a:ext uri="{FF2B5EF4-FFF2-40B4-BE49-F238E27FC236}">
                  <a16:creationId xmlns:a16="http://schemas.microsoft.com/office/drawing/2014/main" id="{7810757D-E920-9886-03A1-A7CA52215E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3">
              <a:extLst>
                <a:ext uri="{FF2B5EF4-FFF2-40B4-BE49-F238E27FC236}">
                  <a16:creationId xmlns:a16="http://schemas.microsoft.com/office/drawing/2014/main" id="{7A4BF876-8F2C-82F5-CA0F-E0F3CA7C3F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4">
              <a:extLst>
                <a:ext uri="{FF2B5EF4-FFF2-40B4-BE49-F238E27FC236}">
                  <a16:creationId xmlns:a16="http://schemas.microsoft.com/office/drawing/2014/main" id="{7C1BA4EC-5331-104E-E8EA-60FF97D683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5">
              <a:extLst>
                <a:ext uri="{FF2B5EF4-FFF2-40B4-BE49-F238E27FC236}">
                  <a16:creationId xmlns:a16="http://schemas.microsoft.com/office/drawing/2014/main" id="{5EFB77D9-CC32-3FA8-CCE3-CAF08A0FD1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6">
              <a:extLst>
                <a:ext uri="{FF2B5EF4-FFF2-40B4-BE49-F238E27FC236}">
                  <a16:creationId xmlns:a16="http://schemas.microsoft.com/office/drawing/2014/main" id="{6B0D4B2A-58B6-0EA2-C554-19D0A53C53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7">
              <a:extLst>
                <a:ext uri="{FF2B5EF4-FFF2-40B4-BE49-F238E27FC236}">
                  <a16:creationId xmlns:a16="http://schemas.microsoft.com/office/drawing/2014/main" id="{E59B4A71-8252-4C45-9608-E4F892E0F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8">
              <a:extLst>
                <a:ext uri="{FF2B5EF4-FFF2-40B4-BE49-F238E27FC236}">
                  <a16:creationId xmlns:a16="http://schemas.microsoft.com/office/drawing/2014/main" id="{EF43881A-1EC9-EE40-A6D8-7352634E20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Rectangle 239">
              <a:extLst>
                <a:ext uri="{FF2B5EF4-FFF2-40B4-BE49-F238E27FC236}">
                  <a16:creationId xmlns:a16="http://schemas.microsoft.com/office/drawing/2014/main" id="{4C124E78-C397-9939-A3F0-AF8EBCD8DE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0">
              <a:extLst>
                <a:ext uri="{FF2B5EF4-FFF2-40B4-BE49-F238E27FC236}">
                  <a16:creationId xmlns:a16="http://schemas.microsoft.com/office/drawing/2014/main" id="{4899E263-5746-86BA-1138-EE017B3159B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1">
              <a:extLst>
                <a:ext uri="{FF2B5EF4-FFF2-40B4-BE49-F238E27FC236}">
                  <a16:creationId xmlns:a16="http://schemas.microsoft.com/office/drawing/2014/main" id="{603FEF72-4866-28D1-B03C-E270C1B66F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2">
              <a:extLst>
                <a:ext uri="{FF2B5EF4-FFF2-40B4-BE49-F238E27FC236}">
                  <a16:creationId xmlns:a16="http://schemas.microsoft.com/office/drawing/2014/main" id="{06469233-3A41-3784-6770-89C0D492F2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Autho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 descr="curtain-100.eps">
            <a:extLst>
              <a:ext uri="{FF2B5EF4-FFF2-40B4-BE49-F238E27FC236}">
                <a16:creationId xmlns:a16="http://schemas.microsoft.com/office/drawing/2014/main" id="{456B23B8-8622-E77F-26B3-2BDCBE1E47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3335758" y="2404534"/>
            <a:ext cx="4633424" cy="4303580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8297063" y="3115733"/>
            <a:ext cx="4673448" cy="2881182"/>
          </a:xfrm>
        </p:spPr>
        <p:txBody>
          <a:bodyPr anchor="ctr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tx2"/>
                </a:solidFill>
              </a:defRPr>
            </a:lvl1pPr>
          </a:lstStyle>
          <a:p>
            <a:r>
              <a:rPr lang="en-CA" dirty="0"/>
              <a:t>About the Author (1 author)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29627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8296275" y="5997575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A01060A-B2AF-C2DE-0A2A-08C8EB6E03D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489594DD-E9D4-4E07-D882-6E0E64CA08D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2">
              <a:extLst>
                <a:ext uri="{FF2B5EF4-FFF2-40B4-BE49-F238E27FC236}">
                  <a16:creationId xmlns:a16="http://schemas.microsoft.com/office/drawing/2014/main" id="{2F52EE13-E23A-47A6-84EB-AD0A2A7A7B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Rectangle 223">
              <a:extLst>
                <a:ext uri="{FF2B5EF4-FFF2-40B4-BE49-F238E27FC236}">
                  <a16:creationId xmlns:a16="http://schemas.microsoft.com/office/drawing/2014/main" id="{EFF1B4DF-9F18-5B65-1D4D-952431512EA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4">
              <a:extLst>
                <a:ext uri="{FF2B5EF4-FFF2-40B4-BE49-F238E27FC236}">
                  <a16:creationId xmlns:a16="http://schemas.microsoft.com/office/drawing/2014/main" id="{8F4E530B-2247-3FF9-0FC4-8DDCEBEDB3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225">
              <a:extLst>
                <a:ext uri="{FF2B5EF4-FFF2-40B4-BE49-F238E27FC236}">
                  <a16:creationId xmlns:a16="http://schemas.microsoft.com/office/drawing/2014/main" id="{8873DC25-BAF3-52C7-CE05-DD8650E942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6">
              <a:extLst>
                <a:ext uri="{FF2B5EF4-FFF2-40B4-BE49-F238E27FC236}">
                  <a16:creationId xmlns:a16="http://schemas.microsoft.com/office/drawing/2014/main" id="{D6EE393F-F235-C20D-35DE-F7B3A029509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7295235B-4332-7498-5D92-9036278872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8">
              <a:extLst>
                <a:ext uri="{FF2B5EF4-FFF2-40B4-BE49-F238E27FC236}">
                  <a16:creationId xmlns:a16="http://schemas.microsoft.com/office/drawing/2014/main" id="{B0EF0798-D1EF-B65E-990C-A7E339549D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281C1B1-14BF-63A8-B64C-745727BBDF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85AB7FEF-492C-FC71-9BDC-5015D145B0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DD9E3936-012C-FBF4-FEAD-27A4C4F43E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3D2BD181-99F5-9F05-C2D1-179B420B02D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1A517B7D-F997-E803-5811-13BA75F59A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FB78C229-9F52-C135-92E9-834CB7139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89B1CD83-CC4F-0712-69F6-1A7E3D4430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E4F2BC17-34F3-E2AD-285F-F3CD3E82569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A45D09D5-5ED2-A645-82DF-9F040755C4D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2D3AE786-3D0A-E15F-0C56-537023A8EE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827171B4-4597-1556-7EB3-A97038C7347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988DA02B-A83F-EFDC-8398-BCAECC9C62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86C07A68-1930-14FA-325B-B7AA6CC6FE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4EE67484-7BBD-3CA6-ED1E-D823F707D3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981270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Auth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 descr="curtain-100.eps">
            <a:extLst>
              <a:ext uri="{FF2B5EF4-FFF2-40B4-BE49-F238E27FC236}">
                <a16:creationId xmlns:a16="http://schemas.microsoft.com/office/drawing/2014/main" id="{48E37DF6-D8F4-B9DF-CE4E-D3AA8618C7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5" name="Picture Placeholder 4"/>
          <p:cNvSpPr>
            <a:spLocks noGrp="1"/>
          </p:cNvSpPr>
          <p:nvPr>
            <p:ph type="pic" sz="quarter" idx="15" hasCustomPrompt="1"/>
          </p:nvPr>
        </p:nvSpPr>
        <p:spPr>
          <a:xfrm>
            <a:off x="829814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7" hasCustomPrompt="1"/>
          </p:nvPr>
        </p:nvSpPr>
        <p:spPr>
          <a:xfrm>
            <a:off x="3318933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About the Author (2 authors)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3318145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1 Name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9" hasCustomPrompt="1"/>
          </p:nvPr>
        </p:nvSpPr>
        <p:spPr>
          <a:xfrm>
            <a:off x="3318145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sp>
        <p:nvSpPr>
          <p:cNvPr id="9" name="Picture Placeholder 4"/>
          <p:cNvSpPr>
            <a:spLocks noGrp="1"/>
          </p:cNvSpPr>
          <p:nvPr>
            <p:ph type="pic" sz="quarter" idx="20" hasCustomPrompt="1"/>
          </p:nvPr>
        </p:nvSpPr>
        <p:spPr>
          <a:xfrm>
            <a:off x="8297171" y="2405062"/>
            <a:ext cx="2167288" cy="2013003"/>
          </a:xfrm>
        </p:spPr>
        <p:txBody>
          <a:bodyPr/>
          <a:lstStyle/>
          <a:p>
            <a:r>
              <a:rPr lang="en-US" dirty="0"/>
              <a:t>Author Photo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21" hasCustomPrompt="1"/>
          </p:nvPr>
        </p:nvSpPr>
        <p:spPr>
          <a:xfrm>
            <a:off x="10786290" y="3115733"/>
            <a:ext cx="4673448" cy="2387600"/>
          </a:xfrm>
        </p:spPr>
        <p:txBody>
          <a:bodyPr anchor="t"/>
          <a:lstStyle/>
          <a:p>
            <a:pPr lvl="0"/>
            <a:r>
              <a:rPr lang="en-CA" dirty="0"/>
              <a:t>Author description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5502" y="2405062"/>
            <a:ext cx="46736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Author 2 Name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10785502" y="5503333"/>
            <a:ext cx="4673600" cy="710539"/>
          </a:xfrm>
        </p:spPr>
        <p:txBody>
          <a:bodyPr anchor="b"/>
          <a:lstStyle>
            <a:lvl1pPr>
              <a:defRPr sz="2100"/>
            </a:lvl1pPr>
          </a:lstStyle>
          <a:p>
            <a:pPr lvl="0"/>
            <a:r>
              <a:rPr lang="en-CA" dirty="0"/>
              <a:t>Author email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58DA9DE-0EB3-CA27-5034-3362E6B39DE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41032C86-7336-73FF-9B49-BC6FE0388C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30152668-FA73-9B93-9C43-EE310A54CB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D0701D39-DA2C-C76F-34F0-6BA4CD5CDC8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24">
              <a:extLst>
                <a:ext uri="{FF2B5EF4-FFF2-40B4-BE49-F238E27FC236}">
                  <a16:creationId xmlns:a16="http://schemas.microsoft.com/office/drawing/2014/main" id="{CF31CC7B-8DDF-9646-5CA1-BAF60B3CD1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5">
              <a:extLst>
                <a:ext uri="{FF2B5EF4-FFF2-40B4-BE49-F238E27FC236}">
                  <a16:creationId xmlns:a16="http://schemas.microsoft.com/office/drawing/2014/main" id="{5D295046-D5D0-5116-9992-A8E1126EBE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6">
              <a:extLst>
                <a:ext uri="{FF2B5EF4-FFF2-40B4-BE49-F238E27FC236}">
                  <a16:creationId xmlns:a16="http://schemas.microsoft.com/office/drawing/2014/main" id="{AF38D1CB-01AD-1A09-9C4B-CA36CF5D92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27">
              <a:extLst>
                <a:ext uri="{FF2B5EF4-FFF2-40B4-BE49-F238E27FC236}">
                  <a16:creationId xmlns:a16="http://schemas.microsoft.com/office/drawing/2014/main" id="{FBBA10BE-1D5C-DC0A-55D8-7FF759EA26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28">
              <a:extLst>
                <a:ext uri="{FF2B5EF4-FFF2-40B4-BE49-F238E27FC236}">
                  <a16:creationId xmlns:a16="http://schemas.microsoft.com/office/drawing/2014/main" id="{A0C3BFD1-3B04-F5E8-8F63-EF7EE86675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29">
              <a:extLst>
                <a:ext uri="{FF2B5EF4-FFF2-40B4-BE49-F238E27FC236}">
                  <a16:creationId xmlns:a16="http://schemas.microsoft.com/office/drawing/2014/main" id="{A30984DF-9664-8238-1439-6B5406E1B8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0">
              <a:extLst>
                <a:ext uri="{FF2B5EF4-FFF2-40B4-BE49-F238E27FC236}">
                  <a16:creationId xmlns:a16="http://schemas.microsoft.com/office/drawing/2014/main" id="{51A04D7D-9FEF-96C2-CAA1-9850DD1F3D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1">
              <a:extLst>
                <a:ext uri="{FF2B5EF4-FFF2-40B4-BE49-F238E27FC236}">
                  <a16:creationId xmlns:a16="http://schemas.microsoft.com/office/drawing/2014/main" id="{2AAFC5A2-615A-9A1C-72E6-DEA308C116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2">
              <a:extLst>
                <a:ext uri="{FF2B5EF4-FFF2-40B4-BE49-F238E27FC236}">
                  <a16:creationId xmlns:a16="http://schemas.microsoft.com/office/drawing/2014/main" id="{2C369982-3E24-B4BF-6518-993569F57A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3">
              <a:extLst>
                <a:ext uri="{FF2B5EF4-FFF2-40B4-BE49-F238E27FC236}">
                  <a16:creationId xmlns:a16="http://schemas.microsoft.com/office/drawing/2014/main" id="{2E22A02A-7403-8AEE-85C5-7CE451733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4">
              <a:extLst>
                <a:ext uri="{FF2B5EF4-FFF2-40B4-BE49-F238E27FC236}">
                  <a16:creationId xmlns:a16="http://schemas.microsoft.com/office/drawing/2014/main" id="{79E5E53B-0AE5-769D-7972-257FDE39E0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5">
              <a:extLst>
                <a:ext uri="{FF2B5EF4-FFF2-40B4-BE49-F238E27FC236}">
                  <a16:creationId xmlns:a16="http://schemas.microsoft.com/office/drawing/2014/main" id="{3A65134B-F3BB-7128-93B7-FED72D298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6">
              <a:extLst>
                <a:ext uri="{FF2B5EF4-FFF2-40B4-BE49-F238E27FC236}">
                  <a16:creationId xmlns:a16="http://schemas.microsoft.com/office/drawing/2014/main" id="{31F00B9B-4292-A028-DD4D-CC605F5E56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37">
              <a:extLst>
                <a:ext uri="{FF2B5EF4-FFF2-40B4-BE49-F238E27FC236}">
                  <a16:creationId xmlns:a16="http://schemas.microsoft.com/office/drawing/2014/main" id="{E0198ECE-70D2-B072-EFCA-FACFB93481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38">
              <a:extLst>
                <a:ext uri="{FF2B5EF4-FFF2-40B4-BE49-F238E27FC236}">
                  <a16:creationId xmlns:a16="http://schemas.microsoft.com/office/drawing/2014/main" id="{36407204-AD18-5BD2-3A61-F0A607CF60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39">
              <a:extLst>
                <a:ext uri="{FF2B5EF4-FFF2-40B4-BE49-F238E27FC236}">
                  <a16:creationId xmlns:a16="http://schemas.microsoft.com/office/drawing/2014/main" id="{0FA10050-DCFD-C7D6-51A5-CCBF010D72D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0">
              <a:extLst>
                <a:ext uri="{FF2B5EF4-FFF2-40B4-BE49-F238E27FC236}">
                  <a16:creationId xmlns:a16="http://schemas.microsoft.com/office/drawing/2014/main" id="{35CCB7E9-B325-2104-CC6F-11F4FDA6F2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41">
              <a:extLst>
                <a:ext uri="{FF2B5EF4-FFF2-40B4-BE49-F238E27FC236}">
                  <a16:creationId xmlns:a16="http://schemas.microsoft.com/office/drawing/2014/main" id="{4202ACD0-2916-09CF-74F2-784848D3EB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42">
              <a:extLst>
                <a:ext uri="{FF2B5EF4-FFF2-40B4-BE49-F238E27FC236}">
                  <a16:creationId xmlns:a16="http://schemas.microsoft.com/office/drawing/2014/main" id="{75FBE13A-949C-D7B1-9CDD-A9A2C633B13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53797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 descr="curtain-100.eps">
            <a:extLst>
              <a:ext uri="{FF2B5EF4-FFF2-40B4-BE49-F238E27FC236}">
                <a16:creationId xmlns:a16="http://schemas.microsoft.com/office/drawing/2014/main" id="{5049F1E9-B414-0A5C-A4CC-2CA4A1E538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5826"/>
            <a:ext cx="16257588" cy="1778174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F0E728E5-C0CD-9D97-797D-538E359A42D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92C53C6A-3E7D-2475-7BCD-8FC036E0A6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33FC62D5-0741-4908-8058-4F57AA9315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647E156F-2B84-CB14-D0A4-AD6869507B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44551389-2B2E-86C6-0764-700B1C5D31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356924E6-2A9E-002C-19F5-11B0CD2784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35862CC6-54DD-3DDF-F597-02E7858E51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BC3B339F-37C5-E449-A8D4-C265D67D2E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16749880-133E-D398-C805-E86E731DF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AD77839D-48A2-DBE0-C585-28A27666F6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07FDFFC8-CA5D-395B-4247-1E2D81CCFA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4124124F-D831-0E74-9342-1BE3C550475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FFF805A5-B66D-9C47-7912-602E944557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9A1D2CE4-AAE9-28C7-EB79-3B7D3F9DBFE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F52283B-D2A9-C1E7-20B9-850B2F405E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8C8C667-53A1-7132-B82A-5A6F815E75E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0C7BC034-1743-FA40-54D8-10F61C4D71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5BC41F7-2A9A-1D2C-1F94-478CCFF408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F1B11E-FCDA-D2AE-DE8F-82700FB4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5365694-4DB2-8CEC-1661-16519F15C4C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59D0494-FF41-1EF5-576D-F14B927A12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225DDCD4-FAD2-BAAF-F5C0-79C29428B2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97C2A7D-749C-8B02-3BD5-245AE54BB1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80" name="Slide Number Placeholder 8">
            <a:extLst>
              <a:ext uri="{FF2B5EF4-FFF2-40B4-BE49-F238E27FC236}">
                <a16:creationId xmlns:a16="http://schemas.microsoft.com/office/drawing/2014/main" id="{F4588ED0-41F6-ECC0-446A-4651467AC23F}"/>
              </a:ext>
            </a:extLst>
          </p:cNvPr>
          <p:cNvSpPr txBox="1">
            <a:spLocks/>
          </p:cNvSpPr>
          <p:nvPr userDrawn="1"/>
        </p:nvSpPr>
        <p:spPr>
          <a:xfrm>
            <a:off x="351482" y="8649855"/>
            <a:ext cx="529132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l" defTabSz="781583" rtl="0" eaLnBrk="1" latinLnBrk="0" hangingPunct="1">
              <a:defRPr sz="2100" b="1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1pPr>
            <a:lvl2pPr marL="781583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631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34475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12633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90791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689500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5471084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6252667" algn="l" defTabSz="781583" rtl="0" eaLnBrk="1" latinLnBrk="0" hangingPunct="1">
              <a:defRPr sz="3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28326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1-Col Key Poi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een-bar.eps">
            <a:extLst>
              <a:ext uri="{FF2B5EF4-FFF2-40B4-BE49-F238E27FC236}">
                <a16:creationId xmlns:a16="http://schemas.microsoft.com/office/drawing/2014/main" id="{1D35DBB3-BB08-E90E-E037-D007192A2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26142486-331B-0DC2-0048-07F95EABF53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6" name="Freeform 221">
              <a:extLst>
                <a:ext uri="{FF2B5EF4-FFF2-40B4-BE49-F238E27FC236}">
                  <a16:creationId xmlns:a16="http://schemas.microsoft.com/office/drawing/2014/main" id="{163320AE-96E9-3CCF-29EF-20B0268D42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81F5F82F-51CF-10BB-4877-EE390F42D3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C7E2F945-0D11-E340-AD8D-1E88799DAE8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1724A4E7-6A64-B8F7-F021-09F2B3389B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E46401F5-340E-E56A-6C89-0BDF83C85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0FAD93F0-4536-308A-B1FA-81109E444E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7">
              <a:extLst>
                <a:ext uri="{FF2B5EF4-FFF2-40B4-BE49-F238E27FC236}">
                  <a16:creationId xmlns:a16="http://schemas.microsoft.com/office/drawing/2014/main" id="{386FA730-6CFC-4675-C4A4-96F665CB41F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8">
              <a:extLst>
                <a:ext uri="{FF2B5EF4-FFF2-40B4-BE49-F238E27FC236}">
                  <a16:creationId xmlns:a16="http://schemas.microsoft.com/office/drawing/2014/main" id="{4C3E332F-F0BE-F521-F518-A9A3B51A706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9">
              <a:extLst>
                <a:ext uri="{FF2B5EF4-FFF2-40B4-BE49-F238E27FC236}">
                  <a16:creationId xmlns:a16="http://schemas.microsoft.com/office/drawing/2014/main" id="{1CFF4400-B63F-3CF8-F9A8-7AC44BF1E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0">
              <a:extLst>
                <a:ext uri="{FF2B5EF4-FFF2-40B4-BE49-F238E27FC236}">
                  <a16:creationId xmlns:a16="http://schemas.microsoft.com/office/drawing/2014/main" id="{3BF76AAA-6E91-4258-4746-0B08F9EC52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1">
              <a:extLst>
                <a:ext uri="{FF2B5EF4-FFF2-40B4-BE49-F238E27FC236}">
                  <a16:creationId xmlns:a16="http://schemas.microsoft.com/office/drawing/2014/main" id="{9FDBA778-0A60-95D6-6C8B-8BFFBEC9FC5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2">
              <a:extLst>
                <a:ext uri="{FF2B5EF4-FFF2-40B4-BE49-F238E27FC236}">
                  <a16:creationId xmlns:a16="http://schemas.microsoft.com/office/drawing/2014/main" id="{206F5BB1-8953-2E8D-B26B-E333BFF812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3">
              <a:extLst>
                <a:ext uri="{FF2B5EF4-FFF2-40B4-BE49-F238E27FC236}">
                  <a16:creationId xmlns:a16="http://schemas.microsoft.com/office/drawing/2014/main" id="{A9A7EDE1-40E7-DA9B-F797-265C96A48F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4">
              <a:extLst>
                <a:ext uri="{FF2B5EF4-FFF2-40B4-BE49-F238E27FC236}">
                  <a16:creationId xmlns:a16="http://schemas.microsoft.com/office/drawing/2014/main" id="{40629932-2319-5808-87CF-53FE493DE1C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5">
              <a:extLst>
                <a:ext uri="{FF2B5EF4-FFF2-40B4-BE49-F238E27FC236}">
                  <a16:creationId xmlns:a16="http://schemas.microsoft.com/office/drawing/2014/main" id="{19BD39F7-743A-A212-1DD8-5A3FB42B4D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6">
              <a:extLst>
                <a:ext uri="{FF2B5EF4-FFF2-40B4-BE49-F238E27FC236}">
                  <a16:creationId xmlns:a16="http://schemas.microsoft.com/office/drawing/2014/main" id="{976C9F7C-376D-9D12-2F79-67582B7473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7">
              <a:extLst>
                <a:ext uri="{FF2B5EF4-FFF2-40B4-BE49-F238E27FC236}">
                  <a16:creationId xmlns:a16="http://schemas.microsoft.com/office/drawing/2014/main" id="{3862AD15-FE31-BE7D-BC61-66E4B6733E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8">
              <a:extLst>
                <a:ext uri="{FF2B5EF4-FFF2-40B4-BE49-F238E27FC236}">
                  <a16:creationId xmlns:a16="http://schemas.microsoft.com/office/drawing/2014/main" id="{A74BA4A4-9CAA-4B70-E6A7-EE39CEFD78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Rectangle 239">
              <a:extLst>
                <a:ext uri="{FF2B5EF4-FFF2-40B4-BE49-F238E27FC236}">
                  <a16:creationId xmlns:a16="http://schemas.microsoft.com/office/drawing/2014/main" id="{C2B10996-27DF-E9CF-DDA1-19E378EF9C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40">
              <a:extLst>
                <a:ext uri="{FF2B5EF4-FFF2-40B4-BE49-F238E27FC236}">
                  <a16:creationId xmlns:a16="http://schemas.microsoft.com/office/drawing/2014/main" id="{121D81CF-B96C-4250-5B51-B4670028D0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1">
              <a:extLst>
                <a:ext uri="{FF2B5EF4-FFF2-40B4-BE49-F238E27FC236}">
                  <a16:creationId xmlns:a16="http://schemas.microsoft.com/office/drawing/2014/main" id="{505BA0AF-5645-1A23-1450-86EBBA7CA3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2">
              <a:extLst>
                <a:ext uri="{FF2B5EF4-FFF2-40B4-BE49-F238E27FC236}">
                  <a16:creationId xmlns:a16="http://schemas.microsoft.com/office/drawing/2014/main" id="{45D1C665-420A-92D8-3EEE-D143189ABB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key point text slide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89278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0557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Key Poi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A basic 1-column key point slide with no title. 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5892F86-BF2A-811A-F8DD-D6AEAB07AD6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50" name="Freeform 221">
              <a:extLst>
                <a:ext uri="{FF2B5EF4-FFF2-40B4-BE49-F238E27FC236}">
                  <a16:creationId xmlns:a16="http://schemas.microsoft.com/office/drawing/2014/main" id="{A22B534B-C154-1B0E-C0E5-CBCC51950C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22">
              <a:extLst>
                <a:ext uri="{FF2B5EF4-FFF2-40B4-BE49-F238E27FC236}">
                  <a16:creationId xmlns:a16="http://schemas.microsoft.com/office/drawing/2014/main" id="{B1EB0E06-711D-1B87-1810-47B581206C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Rectangle 223">
              <a:extLst>
                <a:ext uri="{FF2B5EF4-FFF2-40B4-BE49-F238E27FC236}">
                  <a16:creationId xmlns:a16="http://schemas.microsoft.com/office/drawing/2014/main" id="{E292ECE5-9914-1865-A54F-BFFEEDFB37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24">
              <a:extLst>
                <a:ext uri="{FF2B5EF4-FFF2-40B4-BE49-F238E27FC236}">
                  <a16:creationId xmlns:a16="http://schemas.microsoft.com/office/drawing/2014/main" id="{5E10D1F3-A74C-A1CF-07C9-079645DCDD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5">
              <a:extLst>
                <a:ext uri="{FF2B5EF4-FFF2-40B4-BE49-F238E27FC236}">
                  <a16:creationId xmlns:a16="http://schemas.microsoft.com/office/drawing/2014/main" id="{2686DAE5-24D6-1A17-5B95-9F01B93F16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26">
              <a:extLst>
                <a:ext uri="{FF2B5EF4-FFF2-40B4-BE49-F238E27FC236}">
                  <a16:creationId xmlns:a16="http://schemas.microsoft.com/office/drawing/2014/main" id="{FAE65C59-C1C6-7E81-19BC-F286BE5FD54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7">
              <a:extLst>
                <a:ext uri="{FF2B5EF4-FFF2-40B4-BE49-F238E27FC236}">
                  <a16:creationId xmlns:a16="http://schemas.microsoft.com/office/drawing/2014/main" id="{CA9A62B8-59B5-B329-4AEB-676F9A0571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8">
              <a:extLst>
                <a:ext uri="{FF2B5EF4-FFF2-40B4-BE49-F238E27FC236}">
                  <a16:creationId xmlns:a16="http://schemas.microsoft.com/office/drawing/2014/main" id="{7EF6CEA9-8997-8EB5-FD06-425BB9717E1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9">
              <a:extLst>
                <a:ext uri="{FF2B5EF4-FFF2-40B4-BE49-F238E27FC236}">
                  <a16:creationId xmlns:a16="http://schemas.microsoft.com/office/drawing/2014/main" id="{2E8A8703-CF7D-70AB-2E5E-F3987EE7AB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30">
              <a:extLst>
                <a:ext uri="{FF2B5EF4-FFF2-40B4-BE49-F238E27FC236}">
                  <a16:creationId xmlns:a16="http://schemas.microsoft.com/office/drawing/2014/main" id="{F427EA5B-6BC2-E6F3-FF8B-35F50255405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31">
              <a:extLst>
                <a:ext uri="{FF2B5EF4-FFF2-40B4-BE49-F238E27FC236}">
                  <a16:creationId xmlns:a16="http://schemas.microsoft.com/office/drawing/2014/main" id="{6029B745-FF8F-A5C4-C18D-4E903436F3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32">
              <a:extLst>
                <a:ext uri="{FF2B5EF4-FFF2-40B4-BE49-F238E27FC236}">
                  <a16:creationId xmlns:a16="http://schemas.microsoft.com/office/drawing/2014/main" id="{9DB5A753-01D1-57E3-6538-7B59453B5B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3">
              <a:extLst>
                <a:ext uri="{FF2B5EF4-FFF2-40B4-BE49-F238E27FC236}">
                  <a16:creationId xmlns:a16="http://schemas.microsoft.com/office/drawing/2014/main" id="{5C5CA76D-7B3D-E65C-FCB7-2B47F9ED43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4">
              <a:extLst>
                <a:ext uri="{FF2B5EF4-FFF2-40B4-BE49-F238E27FC236}">
                  <a16:creationId xmlns:a16="http://schemas.microsoft.com/office/drawing/2014/main" id="{1386FE57-E976-DB3A-EBB2-522D975D6C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5">
              <a:extLst>
                <a:ext uri="{FF2B5EF4-FFF2-40B4-BE49-F238E27FC236}">
                  <a16:creationId xmlns:a16="http://schemas.microsoft.com/office/drawing/2014/main" id="{5158DA01-0335-F34C-6EC6-F285E8370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6">
              <a:extLst>
                <a:ext uri="{FF2B5EF4-FFF2-40B4-BE49-F238E27FC236}">
                  <a16:creationId xmlns:a16="http://schemas.microsoft.com/office/drawing/2014/main" id="{F58FA401-F891-F105-ACB0-2C5BF184CD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7">
              <a:extLst>
                <a:ext uri="{FF2B5EF4-FFF2-40B4-BE49-F238E27FC236}">
                  <a16:creationId xmlns:a16="http://schemas.microsoft.com/office/drawing/2014/main" id="{65C78911-A796-BD3C-F812-90BD3280DD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8">
              <a:extLst>
                <a:ext uri="{FF2B5EF4-FFF2-40B4-BE49-F238E27FC236}">
                  <a16:creationId xmlns:a16="http://schemas.microsoft.com/office/drawing/2014/main" id="{99658EC1-6F5D-8517-37DC-56A8C57D72A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Rectangle 239">
              <a:extLst>
                <a:ext uri="{FF2B5EF4-FFF2-40B4-BE49-F238E27FC236}">
                  <a16:creationId xmlns:a16="http://schemas.microsoft.com/office/drawing/2014/main" id="{658C8DDB-8D7C-E969-98F2-E26A1DA9DAF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40">
              <a:extLst>
                <a:ext uri="{FF2B5EF4-FFF2-40B4-BE49-F238E27FC236}">
                  <a16:creationId xmlns:a16="http://schemas.microsoft.com/office/drawing/2014/main" id="{F4E6A7CF-A7B0-8D91-E3B1-EC551D56E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41">
              <a:extLst>
                <a:ext uri="{FF2B5EF4-FFF2-40B4-BE49-F238E27FC236}">
                  <a16:creationId xmlns:a16="http://schemas.microsoft.com/office/drawing/2014/main" id="{2C9DD079-857F-87F3-CAC3-6F7B3843C8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Freeform 242">
              <a:extLst>
                <a:ext uri="{FF2B5EF4-FFF2-40B4-BE49-F238E27FC236}">
                  <a16:creationId xmlns:a16="http://schemas.microsoft.com/office/drawing/2014/main" id="{B16CD5B4-A42B-5196-6331-20E0F38321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656364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16245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2404534"/>
            <a:ext cx="71475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E6EDE83-055D-8881-0072-DC69C6EC9EB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FC3F1934-95CB-3A8A-573A-BA856C29F5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30D79DB7-2A03-72B2-DBEE-EC970421430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E5F584B-E965-B714-1D17-5E75DFE109A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90056650-9E96-3173-34EF-79134995F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23F03E-43EA-37DA-6BF1-CA151AD7F3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CEA30D37-0F78-76F5-767E-FF658E67BC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25495C29-35CE-AB66-9AED-87043964B37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CEBA1B8-20D8-B826-6410-ABACC21D65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47066FED-5DF2-06EE-AE96-97C79A1C10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AB637DD-174C-9411-8047-EE328F79B0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839F779B-A252-D1FD-A803-1913E9C788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84FDC7A-1BC6-D23B-477A-D3165413217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D45B7A1-8503-B3D3-6F1B-705341ADC9D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5753A3C1-4C0A-B2CC-13C5-43C9ADDDA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0CFBA5C0-DF30-CD92-E928-E689C21F806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DD49DA16-C030-0C9F-8EFF-FE6E65A786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2106D029-9D07-E460-BCDD-205CD3F79BE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32B1B368-D959-B078-AECB-634D48FD8AE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F093DAD-646F-E66B-9A15-6F37387DDA6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7A870ED-14F9-FA3F-5F6B-D67917496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DD124957-3D24-0A73-47AC-5C06DD18694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DCDDF10-D80E-D3C6-E71C-88E21AA6C6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8618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basic 2-column key point text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8297170" y="3115732"/>
            <a:ext cx="7147539" cy="4419602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716245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8297170" y="2405062"/>
            <a:ext cx="7147539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2" name="Picture 11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20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1BCB707-A640-C632-04BB-B4196CFF7FC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AB23E929-2398-6F0F-BA1E-855010A97F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55FE6C92-A984-7A31-C526-9E896F57C8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3278C30-3763-4AC0-C716-F588A79DB5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B2B6F30-8C09-87D7-54AC-FC2D177A98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D23DA6D1-5517-CB52-C867-77701745B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B51B53CD-4E1C-6037-035F-132FD1D688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7">
              <a:extLst>
                <a:ext uri="{FF2B5EF4-FFF2-40B4-BE49-F238E27FC236}">
                  <a16:creationId xmlns:a16="http://schemas.microsoft.com/office/drawing/2014/main" id="{E87430DE-F5AF-73DC-E267-A9052366E3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621C2F47-E132-D329-FEFB-323CCD92588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D48511C1-3BB4-01E1-0439-22F9CEC63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256B224-7F21-87F4-BF18-2E6B6AA650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066228C6-4756-6B9D-3CC7-00EF6DE78E6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715787DD-6277-3CDC-ADB2-57793D19CAE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B9118773-1433-F90E-9652-7E2C9F6E04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DEBAA94-D97E-8884-A4F3-52E3617935E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6854FDDE-B5EC-22E6-85DD-3743D4941B2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F4792025-56AB-BD60-76BC-E077E2C33C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99BA043B-21FA-0975-D1DF-0F3699326E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12E8426D-757C-A074-E4C2-58860F2E7B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AA7ED3EF-CF9B-D4EC-F22E-9F6119C61CB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FDCBCFEB-3FDC-0EB5-FFAD-5585B23277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F9525BF-7E59-C652-BBF9-151D95C4A28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979FE4FD-F7FA-9A23-DB7D-9BF4B3614A0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570226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pic>
        <p:nvPicPr>
          <p:cNvPr id="11" name="Picture 10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931994-4F50-9194-514A-50BE48DAE80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B9648E18-DF8C-F5D0-5D3E-E9196CC55A2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C8A58CF0-6897-FFFB-6252-6D30550B11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3D49C959-7A05-1F64-11E2-B2EF76E286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23AF46C6-2843-B467-BF83-80EA8A5E63A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A6433DE9-4911-94A4-7149-D1FA38B12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523407F4-6DC8-FC8A-AC0E-B77204D87F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27">
              <a:extLst>
                <a:ext uri="{FF2B5EF4-FFF2-40B4-BE49-F238E27FC236}">
                  <a16:creationId xmlns:a16="http://schemas.microsoft.com/office/drawing/2014/main" id="{551B86AC-DB99-75CA-C5C6-43F4CC3563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28">
              <a:extLst>
                <a:ext uri="{FF2B5EF4-FFF2-40B4-BE49-F238E27FC236}">
                  <a16:creationId xmlns:a16="http://schemas.microsoft.com/office/drawing/2014/main" id="{C59479C5-353F-85E4-7E9C-0785013BBB0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29">
              <a:extLst>
                <a:ext uri="{FF2B5EF4-FFF2-40B4-BE49-F238E27FC236}">
                  <a16:creationId xmlns:a16="http://schemas.microsoft.com/office/drawing/2014/main" id="{F9725C70-1AC0-EFE0-918A-2B89D98B6F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0">
              <a:extLst>
                <a:ext uri="{FF2B5EF4-FFF2-40B4-BE49-F238E27FC236}">
                  <a16:creationId xmlns:a16="http://schemas.microsoft.com/office/drawing/2014/main" id="{E98F9B71-FB22-E0ED-AE77-8F82A34A25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1">
              <a:extLst>
                <a:ext uri="{FF2B5EF4-FFF2-40B4-BE49-F238E27FC236}">
                  <a16:creationId xmlns:a16="http://schemas.microsoft.com/office/drawing/2014/main" id="{E290949A-8D34-64E5-45CA-C7381C1BF1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2">
              <a:extLst>
                <a:ext uri="{FF2B5EF4-FFF2-40B4-BE49-F238E27FC236}">
                  <a16:creationId xmlns:a16="http://schemas.microsoft.com/office/drawing/2014/main" id="{82BC57E5-0635-5BC5-CB80-CF89F860EB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3">
              <a:extLst>
                <a:ext uri="{FF2B5EF4-FFF2-40B4-BE49-F238E27FC236}">
                  <a16:creationId xmlns:a16="http://schemas.microsoft.com/office/drawing/2014/main" id="{67F54AED-C48B-4178-360C-3A63CF8AB95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4">
              <a:extLst>
                <a:ext uri="{FF2B5EF4-FFF2-40B4-BE49-F238E27FC236}">
                  <a16:creationId xmlns:a16="http://schemas.microsoft.com/office/drawing/2014/main" id="{0F000DD6-5AF5-B386-3025-78EE613D74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5">
              <a:extLst>
                <a:ext uri="{FF2B5EF4-FFF2-40B4-BE49-F238E27FC236}">
                  <a16:creationId xmlns:a16="http://schemas.microsoft.com/office/drawing/2014/main" id="{74387526-2DF0-7EA1-B94D-D98FA9B111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6">
              <a:extLst>
                <a:ext uri="{FF2B5EF4-FFF2-40B4-BE49-F238E27FC236}">
                  <a16:creationId xmlns:a16="http://schemas.microsoft.com/office/drawing/2014/main" id="{62B10A7C-DBD1-8DE4-736F-4F32CFAB6B8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7">
              <a:extLst>
                <a:ext uri="{FF2B5EF4-FFF2-40B4-BE49-F238E27FC236}">
                  <a16:creationId xmlns:a16="http://schemas.microsoft.com/office/drawing/2014/main" id="{586FF15C-B2A7-2D8D-4570-C6C39BF7CF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7E6CBB5-A570-1CCC-7863-7117F859E8C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0130D7BC-A7A4-8624-D2C1-4DA1125844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8A291CEC-A7E2-191B-E039-633A4ACFFC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039C8E54-83E0-4116-622E-A654F18D17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D00919F2-6369-781E-3497-8FCA74AA3E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69520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Key Point w/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2"/>
            <a:ext cx="4644000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2"/>
            <a:ext cx="4673448" cy="4419601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2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3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720759D-F703-3FC3-6F64-8D49D3E53B7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6CC8F03E-B4BF-97A9-2BF9-7F1027D1AF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46A8FDF-060D-F355-FDDD-9787A58D40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3758AF59-5497-FAFC-B0F6-BB93DB35A81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34DB6288-2F2E-D8E6-E224-1173F4D4FD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C5C706-9A90-9FED-CFA3-A41F817F41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84E087A3-9E7E-F467-B746-634EF1A1B2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3476C695-AEFA-0E67-31B2-9D4B4F704BC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7031C7BF-98E2-00F4-AF0F-25F911DA37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32803B8B-2218-199C-0AC2-01FEEE3942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CA3E3204-F388-1C4D-2AAC-DC750D18BC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7BE1EFDE-E052-CE41-4596-A3014137EBC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23A79913-D248-5E0A-302E-49F181DA1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C37F367-922E-3238-6992-CB8CB561DE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BF2C8249-D25D-2CE2-BA8E-9CB41132126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F613E55-BF58-1C31-6AD5-35717C7F4EC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392E4928-8733-056A-40F0-4DBF698686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14A43A0-8BAB-BB4A-7D98-9436A01214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1E8599B0-C86D-A6F5-7B0C-069132A4CA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D89A1D39-8CD8-6CC5-DACE-D9434AB66FD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39B9FC59-A071-7072-D2E9-DDBA7F530A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8644E861-50C0-4903-3D30-97458E4F9D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6186F0-12E5-6369-1D3B-75AF37B97B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54566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6-column key point slide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2404534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2404534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130801"/>
            <a:ext cx="4673339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130801"/>
            <a:ext cx="4644000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130801"/>
            <a:ext cx="4673448" cy="2409137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21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4ACC47-C18E-A580-5B58-4923B560B12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4754881-7C67-9293-B764-D8DE35E97D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5C3048E5-3A6B-D432-615E-CF4C2F3510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6B1F41AC-2831-5E45-ADF6-E69C20EAAAD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F2D048E-5EE1-490F-D650-010B207C21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939D0958-9766-AA68-E96F-BB2F415885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EB3502A1-D190-4255-FE00-0ED187E6A0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C2B3032-1F0C-F138-8E49-CC7A5165B49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9216814-4062-1C6E-04F6-2D68DCD3BF9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A71693B-715F-B21D-DE19-367A32268E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2D623175-39D6-3AFB-6E1A-CD32872DED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C16E5CF0-6CC6-2C1D-DAE4-D088F2C65E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84948B4-B77A-7AE3-9F54-8416E32684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503C081-2C7E-2BDB-C88B-0E5F15A003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D1A7DB3F-CF59-7561-15C4-D7008019D9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3395F8C4-9958-3905-4BD4-E9F6C9D45F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08D7169D-1226-FE64-ED1C-5B34F072D7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1ABA97E8-362A-6D50-830F-C8E16F2954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F1630414-7853-C2D9-E8EF-7527F7FA8B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7FE5B18-DF42-6B65-C441-22C72A631B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E4F9BCEB-EBE9-8122-96F9-25B6FB3EBC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8EB3A9E-0613-212A-3AAA-D6CC4C8395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C29C9000-01D5-7D8F-E9B5-1E9B3B0EAB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04804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Key Point w/ Subtitl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key point slide with subtitles</a:t>
            </a:r>
            <a:endParaRPr lang="en-US" dirty="0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3"/>
            <a:ext cx="4673339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5807945" y="3115733"/>
            <a:ext cx="4644000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7" hasCustomPrompt="1"/>
          </p:nvPr>
        </p:nvSpPr>
        <p:spPr>
          <a:xfrm>
            <a:off x="10786183" y="3115733"/>
            <a:ext cx="4673448" cy="16979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5858406"/>
            <a:ext cx="4673339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subject.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5858406"/>
            <a:ext cx="4644000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20" hasCustomPrompt="1"/>
          </p:nvPr>
        </p:nvSpPr>
        <p:spPr>
          <a:xfrm>
            <a:off x="10786183" y="5858406"/>
            <a:ext cx="4673448" cy="1681532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subject</a:t>
            </a:r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5807945" y="2405062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19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2405062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1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5" y="5147735"/>
            <a:ext cx="4644000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6" hasCustomPrompt="1"/>
          </p:nvPr>
        </p:nvSpPr>
        <p:spPr>
          <a:xfrm>
            <a:off x="10786183" y="5147735"/>
            <a:ext cx="4673338" cy="710671"/>
          </a:xfrm>
        </p:spPr>
        <p:txBody>
          <a:bodyPr/>
          <a:lstStyle>
            <a:lvl1pPr>
              <a:defRPr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Subtitle</a:t>
            </a:r>
          </a:p>
        </p:txBody>
      </p:sp>
      <p:pic>
        <p:nvPicPr>
          <p:cNvPr id="23" name="Picture 2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5" name="Slide Number Placeholder 8"/>
          <p:cNvSpPr>
            <a:spLocks noGrp="1"/>
          </p:cNvSpPr>
          <p:nvPr>
            <p:ph type="sldNum" sz="quarter" idx="27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1D1E6CF3-D974-345A-E2A8-AEE5A1910EB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438C6ADA-B949-0EFA-45F3-57CEFCC5DA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382FCDF6-A498-BC2C-2C05-A6FACD2B03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276B9C37-F6DC-F659-1F47-0A75A75DAC3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304B3483-0F10-8F87-F213-DC75E68F8BB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8AC43A3C-BF38-0105-3B1D-5069C598B8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66FB4F07-D7B4-4B72-1C6C-74A4991D93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4357423D-01DA-89CF-A259-F93243548E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F3EA4805-7C33-176C-D6D5-9C27A04FE0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437D4BD-9656-1730-FC24-7C3EA2C2E89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96FD91B2-0A82-9571-BADB-0EDADCACC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73554CB4-C1F3-E175-31EE-66501251ACE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85D71DCF-CA55-5248-C026-6370E4769E1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526BED7A-86B1-9D2F-B0ED-F6CA7930CD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C99758B7-4D36-9438-34C9-6F180D604A6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6F2FA35F-4D84-8E65-F27E-18AD96ECB5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A38B8B31-6484-C049-AADE-FB2AC445B18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0A2E5F71-4AF4-EA6E-782D-9BCFD47ED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EB6953A8-06B5-7956-8E0C-458C91317F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2EC6FA84-E74E-D471-E4A5-3E5F0C46826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161C31F1-B48F-4964-B4A4-ACBF6C3534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E678BA56-3F69-45EB-DED7-12B90D1FC6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BC3185E5-CDD7-4B5D-30C5-3488FF0FBC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1036385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 w/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1-column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11615780" cy="5130800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3" name="Picture 1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961DCF7-41AA-2AC1-671B-190926C5A11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06CD6846-F7A1-5F94-011D-658EE6203DB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FD732A93-D44B-A59F-DE37-1E71D6C890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7812F615-74C2-3518-EDC2-F8C2AA16669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5275A6A2-64DD-CC3D-6D60-1A9451019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19FE994-6004-8C2C-6B44-EED73E34C7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7357B344-16FE-8F78-EF48-8100E780AE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D74E7980-BFFD-E399-7F2B-A59F6C7746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4591F572-295F-01FC-705C-956D58596D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A1BAA0B-7F1A-6190-B008-F94C826F47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693AD25E-9A8B-008B-70C6-D46ADB0EFE7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BE7792A7-CECD-A686-5EF4-DBD85A9145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FB80E61A-EAFC-71CD-EC77-BF61473377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F2D542B0-4D4B-5D43-945B-6287AA510C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6A4DBAE-9712-00F2-7DED-2A61E1D61D2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962623CD-96D2-E861-A1D2-0CB6D26EC5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C28E62B1-D095-52C1-2E3B-5067754005E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5F373E47-65B6-E0E1-2845-D7DBBA4BB6A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F163D384-4DB0-0B2B-C507-A92237971F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07A48931-1476-8BC0-A9B2-EF62A3B1AA8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09D682EE-A888-EF27-E573-CAA9A1A010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7450190-021E-EE62-88DC-B2E2AAF4FA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51CA092E-3A95-DA45-0918-87CE23ACC7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50516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Bulk Content, No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660398"/>
            <a:ext cx="11615780" cy="6874936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This is a 1-column bulk content slide without a title. 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4" name="Picture 13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CCB04DFE-8929-D638-0D95-02E3AE81BE5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3A4FA296-9514-258F-F2BC-4C59E4CB0D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37136214-DA11-3FBC-68F7-1015594849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38607999-9532-C914-DF5F-FDCD8AEECFB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AAB9A795-656F-9298-7821-2CC908DE12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39F81837-AB06-6244-F76E-ACB46CD646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7E96E00B-6A8F-98BA-7B20-4B12AE29AF9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1E3B7139-4A37-0DCD-B2D0-3F0C4A6EC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8367AB6A-F850-6D18-0769-114E008FDC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59949D3C-1CEB-A911-F424-5E1826AD842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A817BEB0-6AC4-B869-31D7-568326EFE4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0DE80256-0E95-5B91-9D5B-2FF33D3E88E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F987894B-FBD2-07E4-8914-7301F14348C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30ABAFB3-3530-9235-6802-D22601A3BC8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96FDF361-897E-A1B1-99D3-73EA29E8B94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A138297E-A344-DF7E-B2DE-B986D17D9C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D33CA6C1-8FFF-B2E7-D439-00AD1DD7A60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FA3C1105-E9AD-B34D-3B61-AB757FEDA9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9A0B78B9-9042-3A37-8CE5-76B7DD84A7E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BF629E1-BD5E-FF6E-9ED9-8505FA4ECAA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F2975382-5AE2-A027-F9CF-9569D435C9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ADCD6154-070E-622A-AEF3-2319DE455F1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2CBD6589-8658-AB0B-C66C-C94316C9A3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773197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2-column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716245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297169" y="3115732"/>
            <a:ext cx="71475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2" y="2405062"/>
            <a:ext cx="7162457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8297168" y="2405062"/>
            <a:ext cx="7147539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7" name="Picture 16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9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F3C7BAF-6DDF-9CAB-A464-28C4B997968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901090C4-60AD-06A9-2D3C-48EA4264120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Freeform 222">
              <a:extLst>
                <a:ext uri="{FF2B5EF4-FFF2-40B4-BE49-F238E27FC236}">
                  <a16:creationId xmlns:a16="http://schemas.microsoft.com/office/drawing/2014/main" id="{76C99336-B557-00D7-58ED-1048BC1C9CF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Rectangle 223">
              <a:extLst>
                <a:ext uri="{FF2B5EF4-FFF2-40B4-BE49-F238E27FC236}">
                  <a16:creationId xmlns:a16="http://schemas.microsoft.com/office/drawing/2014/main" id="{F07C9EBA-D38D-2C10-0B18-E7A9251603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4">
              <a:extLst>
                <a:ext uri="{FF2B5EF4-FFF2-40B4-BE49-F238E27FC236}">
                  <a16:creationId xmlns:a16="http://schemas.microsoft.com/office/drawing/2014/main" id="{4E65CD6D-B27C-5F05-E882-E1FE484682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5">
              <a:extLst>
                <a:ext uri="{FF2B5EF4-FFF2-40B4-BE49-F238E27FC236}">
                  <a16:creationId xmlns:a16="http://schemas.microsoft.com/office/drawing/2014/main" id="{7D549354-302F-DF7F-99C8-5C74E22D4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6">
              <a:extLst>
                <a:ext uri="{FF2B5EF4-FFF2-40B4-BE49-F238E27FC236}">
                  <a16:creationId xmlns:a16="http://schemas.microsoft.com/office/drawing/2014/main" id="{48920206-2C84-8393-68E5-73E7BB29EA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7">
              <a:extLst>
                <a:ext uri="{FF2B5EF4-FFF2-40B4-BE49-F238E27FC236}">
                  <a16:creationId xmlns:a16="http://schemas.microsoft.com/office/drawing/2014/main" id="{BED0E360-D86C-FFDC-E1C7-925FE94311F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8">
              <a:extLst>
                <a:ext uri="{FF2B5EF4-FFF2-40B4-BE49-F238E27FC236}">
                  <a16:creationId xmlns:a16="http://schemas.microsoft.com/office/drawing/2014/main" id="{E1C22727-2DC0-AAC0-46BC-45F22A4C32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9">
              <a:extLst>
                <a:ext uri="{FF2B5EF4-FFF2-40B4-BE49-F238E27FC236}">
                  <a16:creationId xmlns:a16="http://schemas.microsoft.com/office/drawing/2014/main" id="{6D24BADF-C805-8074-004F-12DDDC5BFF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0">
              <a:extLst>
                <a:ext uri="{FF2B5EF4-FFF2-40B4-BE49-F238E27FC236}">
                  <a16:creationId xmlns:a16="http://schemas.microsoft.com/office/drawing/2014/main" id="{DBA94478-924A-23D5-EF8D-D4A19B4E108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1">
              <a:extLst>
                <a:ext uri="{FF2B5EF4-FFF2-40B4-BE49-F238E27FC236}">
                  <a16:creationId xmlns:a16="http://schemas.microsoft.com/office/drawing/2014/main" id="{1086DE54-143C-81C5-6BD0-2DF0D0B49A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2">
              <a:extLst>
                <a:ext uri="{FF2B5EF4-FFF2-40B4-BE49-F238E27FC236}">
                  <a16:creationId xmlns:a16="http://schemas.microsoft.com/office/drawing/2014/main" id="{6FDECD30-6A1E-0E05-340A-B671142AC4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3">
              <a:extLst>
                <a:ext uri="{FF2B5EF4-FFF2-40B4-BE49-F238E27FC236}">
                  <a16:creationId xmlns:a16="http://schemas.microsoft.com/office/drawing/2014/main" id="{63654853-E4AE-1DDE-DE26-83D8D091FCC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Freeform 234">
              <a:extLst>
                <a:ext uri="{FF2B5EF4-FFF2-40B4-BE49-F238E27FC236}">
                  <a16:creationId xmlns:a16="http://schemas.microsoft.com/office/drawing/2014/main" id="{71A384E8-2134-3EA0-3728-F11AC659F3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35">
              <a:extLst>
                <a:ext uri="{FF2B5EF4-FFF2-40B4-BE49-F238E27FC236}">
                  <a16:creationId xmlns:a16="http://schemas.microsoft.com/office/drawing/2014/main" id="{568FF805-52F4-EABD-58F7-B3F7BAEAD0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36">
              <a:extLst>
                <a:ext uri="{FF2B5EF4-FFF2-40B4-BE49-F238E27FC236}">
                  <a16:creationId xmlns:a16="http://schemas.microsoft.com/office/drawing/2014/main" id="{F7834E24-CBAF-AAD6-8C2F-C94F62FAE9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7">
              <a:extLst>
                <a:ext uri="{FF2B5EF4-FFF2-40B4-BE49-F238E27FC236}">
                  <a16:creationId xmlns:a16="http://schemas.microsoft.com/office/drawing/2014/main" id="{6541A213-1418-BB20-9146-EABE83FC31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Freeform 238">
              <a:extLst>
                <a:ext uri="{FF2B5EF4-FFF2-40B4-BE49-F238E27FC236}">
                  <a16:creationId xmlns:a16="http://schemas.microsoft.com/office/drawing/2014/main" id="{8E34CBCA-EEF1-6F07-76AD-0DF1EE31D8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Rectangle 239">
              <a:extLst>
                <a:ext uri="{FF2B5EF4-FFF2-40B4-BE49-F238E27FC236}">
                  <a16:creationId xmlns:a16="http://schemas.microsoft.com/office/drawing/2014/main" id="{FF258364-91AE-620F-3FFA-934C29FE330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0">
              <a:extLst>
                <a:ext uri="{FF2B5EF4-FFF2-40B4-BE49-F238E27FC236}">
                  <a16:creationId xmlns:a16="http://schemas.microsoft.com/office/drawing/2014/main" id="{54407E80-0869-D26F-F133-F6F4AB6D74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1">
              <a:extLst>
                <a:ext uri="{FF2B5EF4-FFF2-40B4-BE49-F238E27FC236}">
                  <a16:creationId xmlns:a16="http://schemas.microsoft.com/office/drawing/2014/main" id="{EEBEA88D-2C89-76B0-B3D2-3C249A8E7E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42">
              <a:extLst>
                <a:ext uri="{FF2B5EF4-FFF2-40B4-BE49-F238E27FC236}">
                  <a16:creationId xmlns:a16="http://schemas.microsoft.com/office/drawing/2014/main" id="{A852FD21-46B0-F37F-ACB1-DE8974C9F9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27741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3-column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4419601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our for ample reading – never when using this as supporting slides for a stand-up presentation.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05F53CE-3480-8544-C1FD-C7D540AD339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0D39B0FB-E0A3-965E-6203-35F77318AF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E2714A64-A9FA-1195-4AD6-B8988AE3A1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B522013B-1BE5-2BCC-82BE-F8FF2AD7632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19B75E2C-DDBB-85C3-5D78-4B10632D32C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E2F46D90-CA11-ECC3-CF35-DB93D799DB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37328757-94B0-F5F8-CE9A-BB418AC50D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4E195876-E16C-83E6-60D1-82192A86F1F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20038B2D-C75C-8EB6-FAEE-7EFCB2E32F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FA63F4F6-BABD-2F9F-1F21-BB55E54D91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A344968-F872-4558-2074-C2576BABC77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6D25FA3C-8848-F14C-0474-6ECB01EAE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DCDDC479-8328-2AB1-171C-05EC0DA566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AE3330CC-ABB6-8CF2-DA8A-E9758627C6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E8616BB9-4A18-4B3F-E83F-3F007B75C2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6C802CFD-0EA9-4597-32AE-4A96DEDB4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6D5FD501-B537-35F0-25B1-1BE3C61895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5FAD1B92-E97D-068D-77B8-2E1A14C21F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C9BD45AD-6D96-6E3B-48C1-56BFF0F42A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838B61EB-E23A-39CB-73DD-9DA4C38F166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DF41F38C-AD4D-7DCF-B947-DCF21A0814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9B9B5788-F0E7-0348-BADD-ECE82C5694A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31A65E97-D27F-09BB-2B4B-B097ECC4B8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831276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-Point Bulk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30" hasCustomPrompt="1"/>
          </p:nvPr>
        </p:nvSpPr>
        <p:spPr>
          <a:xfrm>
            <a:off x="812882" y="5858405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1" hasCustomPrompt="1"/>
          </p:nvPr>
        </p:nvSpPr>
        <p:spPr>
          <a:xfrm>
            <a:off x="10786183" y="5858405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29" name="Text Placeholder 6"/>
          <p:cNvSpPr>
            <a:spLocks noGrp="1"/>
          </p:cNvSpPr>
          <p:nvPr>
            <p:ph type="body" sz="quarter" idx="32" hasCustomPrompt="1"/>
          </p:nvPr>
        </p:nvSpPr>
        <p:spPr>
          <a:xfrm>
            <a:off x="812883" y="5147735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33" hasCustomPrompt="1"/>
          </p:nvPr>
        </p:nvSpPr>
        <p:spPr>
          <a:xfrm>
            <a:off x="10786182" y="5147735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4" hasCustomPrompt="1"/>
          </p:nvPr>
        </p:nvSpPr>
        <p:spPr>
          <a:xfrm>
            <a:off x="5807947" y="5858405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35" hasCustomPrompt="1"/>
          </p:nvPr>
        </p:nvSpPr>
        <p:spPr>
          <a:xfrm>
            <a:off x="5807946" y="5147735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6-point bulk content slide for long content.</a:t>
            </a:r>
            <a:endParaRPr lang="en-US" dirty="0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3115732"/>
            <a:ext cx="4673339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10786183" y="3115732"/>
            <a:ext cx="4658525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812883" y="2405062"/>
            <a:ext cx="4673338" cy="710671"/>
          </a:xfrm>
        </p:spPr>
        <p:txBody>
          <a:bodyPr/>
          <a:lstStyle>
            <a:lvl1pPr>
              <a:defRPr sz="2100" b="1" baseline="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6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2" y="2405062"/>
            <a:ext cx="4658525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24" hasCustomPrompt="1"/>
          </p:nvPr>
        </p:nvSpPr>
        <p:spPr>
          <a:xfrm>
            <a:off x="5807947" y="3115732"/>
            <a:ext cx="4643998" cy="1697939"/>
          </a:xfrm>
        </p:spPr>
        <p:txBody>
          <a:bodyPr/>
          <a:lstStyle>
            <a:lvl1pPr>
              <a:spcBef>
                <a:spcPts val="1704"/>
              </a:spcBef>
              <a:defRPr sz="2100" baseline="0"/>
            </a:lvl1pPr>
            <a:lvl2pPr>
              <a:defRPr sz="2100"/>
            </a:lvl2pPr>
            <a:lvl3pPr marL="2020367" indent="-457200">
              <a:buFont typeface="Arial"/>
              <a:buChar char="•"/>
              <a:defRPr sz="2100"/>
            </a:lvl3pPr>
            <a:lvl4pPr>
              <a:spcBef>
                <a:spcPts val="900"/>
              </a:spcBef>
              <a:defRPr sz="1600"/>
            </a:lvl4pPr>
          </a:lstStyle>
          <a:p>
            <a:pPr lvl="0"/>
            <a:r>
              <a:rPr lang="en-CA" dirty="0"/>
              <a:t>Click to edit content. Use this slide only for presentations that are being sent out for ample reading – never when using this as supporting slides for a stand-up presentation. </a:t>
            </a:r>
          </a:p>
        </p:txBody>
      </p:sp>
      <p:sp>
        <p:nvSpPr>
          <p:cNvPr id="1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5807946" y="2405062"/>
            <a:ext cx="4643998" cy="710671"/>
          </a:xfrm>
        </p:spPr>
        <p:txBody>
          <a:bodyPr/>
          <a:lstStyle>
            <a:lvl1pPr>
              <a:defRPr sz="2100" b="1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Bulk content columns always have subtitles</a:t>
            </a:r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26FB52F-C17F-97C2-916B-642167784868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1" name="Freeform 221">
              <a:extLst>
                <a:ext uri="{FF2B5EF4-FFF2-40B4-BE49-F238E27FC236}">
                  <a16:creationId xmlns:a16="http://schemas.microsoft.com/office/drawing/2014/main" id="{62A5D899-493E-8494-81F7-4737831F54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2">
              <a:extLst>
                <a:ext uri="{FF2B5EF4-FFF2-40B4-BE49-F238E27FC236}">
                  <a16:creationId xmlns:a16="http://schemas.microsoft.com/office/drawing/2014/main" id="{5C0AF2F5-CC43-F8BE-EE4E-EC610510E7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Rectangle 223">
              <a:extLst>
                <a:ext uri="{FF2B5EF4-FFF2-40B4-BE49-F238E27FC236}">
                  <a16:creationId xmlns:a16="http://schemas.microsoft.com/office/drawing/2014/main" id="{C21D7F24-E2DE-EB10-0294-627F3E9FC5D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4">
              <a:extLst>
                <a:ext uri="{FF2B5EF4-FFF2-40B4-BE49-F238E27FC236}">
                  <a16:creationId xmlns:a16="http://schemas.microsoft.com/office/drawing/2014/main" id="{5031CB2D-2F97-14AF-81D4-CD52FA5189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5">
              <a:extLst>
                <a:ext uri="{FF2B5EF4-FFF2-40B4-BE49-F238E27FC236}">
                  <a16:creationId xmlns:a16="http://schemas.microsoft.com/office/drawing/2014/main" id="{B7ECF8A1-4ED7-7603-802F-49E47CCBE30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6">
              <a:extLst>
                <a:ext uri="{FF2B5EF4-FFF2-40B4-BE49-F238E27FC236}">
                  <a16:creationId xmlns:a16="http://schemas.microsoft.com/office/drawing/2014/main" id="{4E414246-547C-4F2B-770E-7F7C4A2DA6A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27">
              <a:extLst>
                <a:ext uri="{FF2B5EF4-FFF2-40B4-BE49-F238E27FC236}">
                  <a16:creationId xmlns:a16="http://schemas.microsoft.com/office/drawing/2014/main" id="{AB9F9363-1B15-D4B0-F5F2-95E9BCA30D3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28">
              <a:extLst>
                <a:ext uri="{FF2B5EF4-FFF2-40B4-BE49-F238E27FC236}">
                  <a16:creationId xmlns:a16="http://schemas.microsoft.com/office/drawing/2014/main" id="{172DF6FF-7A44-B6A4-6196-9D36589A3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29">
              <a:extLst>
                <a:ext uri="{FF2B5EF4-FFF2-40B4-BE49-F238E27FC236}">
                  <a16:creationId xmlns:a16="http://schemas.microsoft.com/office/drawing/2014/main" id="{A06AD887-9B3C-6C2A-E7C7-52B22AE053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0">
              <a:extLst>
                <a:ext uri="{FF2B5EF4-FFF2-40B4-BE49-F238E27FC236}">
                  <a16:creationId xmlns:a16="http://schemas.microsoft.com/office/drawing/2014/main" id="{D05B6D8A-A40D-BE5C-393A-EE32B2FF57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1">
              <a:extLst>
                <a:ext uri="{FF2B5EF4-FFF2-40B4-BE49-F238E27FC236}">
                  <a16:creationId xmlns:a16="http://schemas.microsoft.com/office/drawing/2014/main" id="{BF2439F4-82C0-CFC1-6AB4-B9A8371B72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2">
              <a:extLst>
                <a:ext uri="{FF2B5EF4-FFF2-40B4-BE49-F238E27FC236}">
                  <a16:creationId xmlns:a16="http://schemas.microsoft.com/office/drawing/2014/main" id="{B37C9B2A-5FD5-020F-ECD5-3E0629D86C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3">
              <a:extLst>
                <a:ext uri="{FF2B5EF4-FFF2-40B4-BE49-F238E27FC236}">
                  <a16:creationId xmlns:a16="http://schemas.microsoft.com/office/drawing/2014/main" id="{20482E8F-4A6D-DB2A-4816-ED9EA0CA74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4">
              <a:extLst>
                <a:ext uri="{FF2B5EF4-FFF2-40B4-BE49-F238E27FC236}">
                  <a16:creationId xmlns:a16="http://schemas.microsoft.com/office/drawing/2014/main" id="{FD0A4372-83D0-518D-7BDF-E4327763E0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5">
              <a:extLst>
                <a:ext uri="{FF2B5EF4-FFF2-40B4-BE49-F238E27FC236}">
                  <a16:creationId xmlns:a16="http://schemas.microsoft.com/office/drawing/2014/main" id="{C0AEA368-C2DB-769F-264C-A52758A793F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36">
              <a:extLst>
                <a:ext uri="{FF2B5EF4-FFF2-40B4-BE49-F238E27FC236}">
                  <a16:creationId xmlns:a16="http://schemas.microsoft.com/office/drawing/2014/main" id="{FC4FD1A4-F29A-E4D0-3EB3-66E9603C23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37">
              <a:extLst>
                <a:ext uri="{FF2B5EF4-FFF2-40B4-BE49-F238E27FC236}">
                  <a16:creationId xmlns:a16="http://schemas.microsoft.com/office/drawing/2014/main" id="{44F77C51-CEC1-43CA-E12B-D4553951E2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38">
              <a:extLst>
                <a:ext uri="{FF2B5EF4-FFF2-40B4-BE49-F238E27FC236}">
                  <a16:creationId xmlns:a16="http://schemas.microsoft.com/office/drawing/2014/main" id="{7D6E9F29-5C00-F551-BC78-64F5131C99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Rectangle 239">
              <a:extLst>
                <a:ext uri="{FF2B5EF4-FFF2-40B4-BE49-F238E27FC236}">
                  <a16:creationId xmlns:a16="http://schemas.microsoft.com/office/drawing/2014/main" id="{94C27CA7-F62A-52BC-57CA-E495C92E3AF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40">
              <a:extLst>
                <a:ext uri="{FF2B5EF4-FFF2-40B4-BE49-F238E27FC236}">
                  <a16:creationId xmlns:a16="http://schemas.microsoft.com/office/drawing/2014/main" id="{856BCFCD-7098-FCE4-ED4F-CB92E6B92D8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41">
              <a:extLst>
                <a:ext uri="{FF2B5EF4-FFF2-40B4-BE49-F238E27FC236}">
                  <a16:creationId xmlns:a16="http://schemas.microsoft.com/office/drawing/2014/main" id="{A58F1ADD-B555-B0F7-8FAC-98C965E8FA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42">
              <a:extLst>
                <a:ext uri="{FF2B5EF4-FFF2-40B4-BE49-F238E27FC236}">
                  <a16:creationId xmlns:a16="http://schemas.microsoft.com/office/drawing/2014/main" id="{F2724822-1D00-257D-4902-9959DB3530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93717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Lar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860800"/>
            <a:ext cx="4673339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860800"/>
            <a:ext cx="4644000" cy="3679138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860800"/>
            <a:ext cx="4673448" cy="3679138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75441"/>
            <a:ext cx="4673340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b"/>
          <a:lstStyle>
            <a:lvl1pPr>
              <a:lnSpc>
                <a:spcPct val="8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short numbers.</a:t>
            </a:r>
            <a:endParaRPr lang="en-US" dirty="0"/>
          </a:p>
        </p:txBody>
      </p:sp>
      <p:pic>
        <p:nvPicPr>
          <p:cNvPr id="33" name="Picture 32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35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14B11035-ED97-8DF6-E7AA-82D06994548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4" name="Freeform 221">
              <a:extLst>
                <a:ext uri="{FF2B5EF4-FFF2-40B4-BE49-F238E27FC236}">
                  <a16:creationId xmlns:a16="http://schemas.microsoft.com/office/drawing/2014/main" id="{959C0540-F35F-DA8D-C98B-8D4A857FF0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AB5B9587-B6C8-B493-A44F-383F625941C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5C10D031-075F-5DFF-3E8A-05C3C1DBF48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F598E8E5-3886-7FE2-BFDA-5281A8A474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CE23E308-0A57-BFD7-1F8B-9BE4195800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61933BCF-A72B-9365-7037-4A27F65382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8D59E926-40D9-EE53-FC04-30B8B31242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D8D44742-BDD7-DBF6-34AB-AB237770F02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74B7E369-A680-BE9E-2676-DCB39095A4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794AF355-E14A-9A5A-C956-470C3D66E6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13B773D6-29B0-0D97-13B9-C50693FF32B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81A39885-3079-AE7E-0A10-49238CE587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6BBEEEA3-9C92-6801-E8FF-91A92E32A1E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2E7A469-19EE-9BC6-7B43-6DFE2466FC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A3275B03-1271-5105-1AF5-173BDA7AFF7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D45CB62E-F04E-6437-D735-2370A12DB68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74A669CB-5637-4F5E-C205-9C37DC6C2C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50CBB77-14FF-1657-D29D-7FEA8AA7E8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230CAF9C-02FA-BDBC-7D26-2E71FEF2002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A14CEA9C-4FDC-5909-8954-7727C40DED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0C4EFC2D-F627-AD69-C89F-EEDC30F20B6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2A4D42AC-9C71-8781-2A7F-4B8CE07A80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326428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 Mediu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3701769"/>
            <a:ext cx="4673339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3701769"/>
            <a:ext cx="4644000" cy="3838169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the figure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3701769"/>
            <a:ext cx="4673448" cy="3838169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very brief points about one the figure above.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6" hasCustomPrompt="1"/>
          </p:nvPr>
        </p:nvSpPr>
        <p:spPr>
          <a:xfrm>
            <a:off x="812881" y="2441575"/>
            <a:ext cx="4673340" cy="1260195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$##,###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20" hasCustomPrompt="1"/>
          </p:nvPr>
        </p:nvSpPr>
        <p:spPr>
          <a:xfrm>
            <a:off x="5807945" y="2475441"/>
            <a:ext cx="4643999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#,####%</a:t>
            </a:r>
          </a:p>
        </p:txBody>
      </p:sp>
      <p:sp>
        <p:nvSpPr>
          <p:cNvPr id="24" name="Text Placeholder 9"/>
          <p:cNvSpPr>
            <a:spLocks noGrp="1"/>
          </p:cNvSpPr>
          <p:nvPr>
            <p:ph type="body" sz="quarter" idx="22" hasCustomPrompt="1"/>
          </p:nvPr>
        </p:nvSpPr>
        <p:spPr>
          <a:xfrm>
            <a:off x="10786183" y="2475441"/>
            <a:ext cx="4673448" cy="1226329"/>
          </a:xfrm>
        </p:spPr>
        <p:txBody>
          <a:bodyPr anchor="t"/>
          <a:lstStyle>
            <a:lvl1pPr>
              <a:lnSpc>
                <a:spcPct val="80000"/>
              </a:lnSpc>
              <a:defRPr sz="72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#,###,####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key numbers slide for long numbers.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24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9FCFDAB-C13F-9952-BDF7-982C72610627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5" name="Freeform 221">
              <a:extLst>
                <a:ext uri="{FF2B5EF4-FFF2-40B4-BE49-F238E27FC236}">
                  <a16:creationId xmlns:a16="http://schemas.microsoft.com/office/drawing/2014/main" id="{A7820CBB-46D1-E24D-6378-3BA68DDD5B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2">
              <a:extLst>
                <a:ext uri="{FF2B5EF4-FFF2-40B4-BE49-F238E27FC236}">
                  <a16:creationId xmlns:a16="http://schemas.microsoft.com/office/drawing/2014/main" id="{DFFBA213-6957-09D5-A3AE-B8B28310B1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Rectangle 223">
              <a:extLst>
                <a:ext uri="{FF2B5EF4-FFF2-40B4-BE49-F238E27FC236}">
                  <a16:creationId xmlns:a16="http://schemas.microsoft.com/office/drawing/2014/main" id="{F0B8FC74-76DA-35C8-E20B-B4C075F24E8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4">
              <a:extLst>
                <a:ext uri="{FF2B5EF4-FFF2-40B4-BE49-F238E27FC236}">
                  <a16:creationId xmlns:a16="http://schemas.microsoft.com/office/drawing/2014/main" id="{CCC4E670-D602-83D9-F347-A3C483CB94B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5">
              <a:extLst>
                <a:ext uri="{FF2B5EF4-FFF2-40B4-BE49-F238E27FC236}">
                  <a16:creationId xmlns:a16="http://schemas.microsoft.com/office/drawing/2014/main" id="{70BA96AD-B8F5-0786-E3BC-049F773C174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6">
              <a:extLst>
                <a:ext uri="{FF2B5EF4-FFF2-40B4-BE49-F238E27FC236}">
                  <a16:creationId xmlns:a16="http://schemas.microsoft.com/office/drawing/2014/main" id="{588FA670-5637-7A13-9B83-26C02BF2B6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7">
              <a:extLst>
                <a:ext uri="{FF2B5EF4-FFF2-40B4-BE49-F238E27FC236}">
                  <a16:creationId xmlns:a16="http://schemas.microsoft.com/office/drawing/2014/main" id="{DD8D2081-B071-8CB6-0599-C5781398A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8">
              <a:extLst>
                <a:ext uri="{FF2B5EF4-FFF2-40B4-BE49-F238E27FC236}">
                  <a16:creationId xmlns:a16="http://schemas.microsoft.com/office/drawing/2014/main" id="{CC2D167C-6405-7EE5-6840-277F6EC3CAB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9">
              <a:extLst>
                <a:ext uri="{FF2B5EF4-FFF2-40B4-BE49-F238E27FC236}">
                  <a16:creationId xmlns:a16="http://schemas.microsoft.com/office/drawing/2014/main" id="{A83A5732-C46A-9BB3-2C0D-80EEC63CB70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0">
              <a:extLst>
                <a:ext uri="{FF2B5EF4-FFF2-40B4-BE49-F238E27FC236}">
                  <a16:creationId xmlns:a16="http://schemas.microsoft.com/office/drawing/2014/main" id="{1B4E1969-6818-78C8-30C6-ABCB6479923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1">
              <a:extLst>
                <a:ext uri="{FF2B5EF4-FFF2-40B4-BE49-F238E27FC236}">
                  <a16:creationId xmlns:a16="http://schemas.microsoft.com/office/drawing/2014/main" id="{EA08BED2-41DF-0B95-5767-1391B77FA1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2">
              <a:extLst>
                <a:ext uri="{FF2B5EF4-FFF2-40B4-BE49-F238E27FC236}">
                  <a16:creationId xmlns:a16="http://schemas.microsoft.com/office/drawing/2014/main" id="{FD0B53C1-C35E-9083-83EB-6053A99FCD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3">
              <a:extLst>
                <a:ext uri="{FF2B5EF4-FFF2-40B4-BE49-F238E27FC236}">
                  <a16:creationId xmlns:a16="http://schemas.microsoft.com/office/drawing/2014/main" id="{253EFA15-7A1D-160D-76FA-87585347090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4">
              <a:extLst>
                <a:ext uri="{FF2B5EF4-FFF2-40B4-BE49-F238E27FC236}">
                  <a16:creationId xmlns:a16="http://schemas.microsoft.com/office/drawing/2014/main" id="{381CCE19-EBDF-8143-7951-D53A2693A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5">
              <a:extLst>
                <a:ext uri="{FF2B5EF4-FFF2-40B4-BE49-F238E27FC236}">
                  <a16:creationId xmlns:a16="http://schemas.microsoft.com/office/drawing/2014/main" id="{D929D075-81AC-B974-BDDE-A7728C6C4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6">
              <a:extLst>
                <a:ext uri="{FF2B5EF4-FFF2-40B4-BE49-F238E27FC236}">
                  <a16:creationId xmlns:a16="http://schemas.microsoft.com/office/drawing/2014/main" id="{FD175930-057C-0E38-32EB-2FF2B8C7155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7">
              <a:extLst>
                <a:ext uri="{FF2B5EF4-FFF2-40B4-BE49-F238E27FC236}">
                  <a16:creationId xmlns:a16="http://schemas.microsoft.com/office/drawing/2014/main" id="{9DCA2B93-16B0-D141-E9A3-1C260DC1B8C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8">
              <a:extLst>
                <a:ext uri="{FF2B5EF4-FFF2-40B4-BE49-F238E27FC236}">
                  <a16:creationId xmlns:a16="http://schemas.microsoft.com/office/drawing/2014/main" id="{40D22415-F8FD-BE58-46FB-84C24C563D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Rectangle 239">
              <a:extLst>
                <a:ext uri="{FF2B5EF4-FFF2-40B4-BE49-F238E27FC236}">
                  <a16:creationId xmlns:a16="http://schemas.microsoft.com/office/drawing/2014/main" id="{35029E5A-8067-A0F4-9EB2-10CF8E6FC41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0">
              <a:extLst>
                <a:ext uri="{FF2B5EF4-FFF2-40B4-BE49-F238E27FC236}">
                  <a16:creationId xmlns:a16="http://schemas.microsoft.com/office/drawing/2014/main" id="{CD36F6A6-A847-33F5-80A4-CF95E2AFC3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41">
              <a:extLst>
                <a:ext uri="{FF2B5EF4-FFF2-40B4-BE49-F238E27FC236}">
                  <a16:creationId xmlns:a16="http://schemas.microsoft.com/office/drawing/2014/main" id="{3F484212-A9DE-DE83-6AA4-9035EEAE1E6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42">
              <a:extLst>
                <a:ext uri="{FF2B5EF4-FFF2-40B4-BE49-F238E27FC236}">
                  <a16:creationId xmlns:a16="http://schemas.microsoft.com/office/drawing/2014/main" id="{B8EED9BE-0B55-87DE-7E23-BE7AA9053A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5336079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728135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Picture Placeholder 3"/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1173631" y="2900693"/>
            <a:ext cx="864783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4" name="Oval 13"/>
          <p:cNvSpPr/>
          <p:nvPr userDrawn="1"/>
        </p:nvSpPr>
        <p:spPr>
          <a:xfrm>
            <a:off x="5723280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Picture Placeholder 3"/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168776" y="2900693"/>
            <a:ext cx="864782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sp>
        <p:nvSpPr>
          <p:cNvPr id="16" name="Oval 15"/>
          <p:cNvSpPr/>
          <p:nvPr userDrawn="1"/>
        </p:nvSpPr>
        <p:spPr>
          <a:xfrm>
            <a:off x="10701518" y="2454806"/>
            <a:ext cx="1755775" cy="17557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Picture Placeholder 3"/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11147405" y="2900693"/>
            <a:ext cx="864000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Icon</a:t>
            </a:r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99631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Key Points with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5"/>
          <p:cNvSpPr>
            <a:spLocks noGrp="1"/>
          </p:cNvSpPr>
          <p:nvPr>
            <p:ph type="body" sz="quarter" idx="18" hasCustomPrompt="1"/>
          </p:nvPr>
        </p:nvSpPr>
        <p:spPr>
          <a:xfrm>
            <a:off x="812882" y="4538133"/>
            <a:ext cx="4673339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19" hasCustomPrompt="1"/>
          </p:nvPr>
        </p:nvSpPr>
        <p:spPr>
          <a:xfrm>
            <a:off x="5807945" y="4538133"/>
            <a:ext cx="4644000" cy="3001805"/>
          </a:xfrm>
        </p:spPr>
        <p:txBody>
          <a:bodyPr/>
          <a:lstStyle>
            <a:lvl1pPr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3" hasCustomPrompt="1"/>
          </p:nvPr>
        </p:nvSpPr>
        <p:spPr>
          <a:xfrm>
            <a:off x="10786183" y="4538133"/>
            <a:ext cx="4673448" cy="3001805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/>
            </a:lvl4pPr>
          </a:lstStyle>
          <a:p>
            <a:pPr lvl="0"/>
            <a:r>
              <a:rPr lang="en-CA" dirty="0"/>
              <a:t>Click to edit content. Use this slide for a brief point, illustrated by the icon above.</a:t>
            </a:r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chemeClr val="accent1"/>
                </a:solidFill>
              </a:defRPr>
            </a:lvl1pPr>
          </a:lstStyle>
          <a:p>
            <a:r>
              <a:rPr lang="en-CA" dirty="0"/>
              <a:t>This is a key point slide with icons to illustrate points.</a:t>
            </a:r>
            <a:endParaRPr lang="en-US" dirty="0"/>
          </a:p>
        </p:txBody>
      </p:sp>
      <p:pic>
        <p:nvPicPr>
          <p:cNvPr id="18" name="Picture 17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0" name="Slide Number Placeholder 8"/>
          <p:cNvSpPr>
            <a:spLocks noGrp="1"/>
          </p:cNvSpPr>
          <p:nvPr>
            <p:ph type="sldNum" sz="quarter" idx="2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7E63432-FC31-CE74-2818-69650267215F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8" name="Freeform 221">
              <a:extLst>
                <a:ext uri="{FF2B5EF4-FFF2-40B4-BE49-F238E27FC236}">
                  <a16:creationId xmlns:a16="http://schemas.microsoft.com/office/drawing/2014/main" id="{36D6CE08-F523-763D-DA84-5BC1CF1E63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2">
              <a:extLst>
                <a:ext uri="{FF2B5EF4-FFF2-40B4-BE49-F238E27FC236}">
                  <a16:creationId xmlns:a16="http://schemas.microsoft.com/office/drawing/2014/main" id="{FA3AEB7D-B8D9-386C-3353-631D1FC22B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Rectangle 223">
              <a:extLst>
                <a:ext uri="{FF2B5EF4-FFF2-40B4-BE49-F238E27FC236}">
                  <a16:creationId xmlns:a16="http://schemas.microsoft.com/office/drawing/2014/main" id="{5A24D198-DE46-209C-20B9-0EAA86B41D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4">
              <a:extLst>
                <a:ext uri="{FF2B5EF4-FFF2-40B4-BE49-F238E27FC236}">
                  <a16:creationId xmlns:a16="http://schemas.microsoft.com/office/drawing/2014/main" id="{859ABB13-9CEC-1F3E-20FF-17DDFFAE7F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25">
              <a:extLst>
                <a:ext uri="{FF2B5EF4-FFF2-40B4-BE49-F238E27FC236}">
                  <a16:creationId xmlns:a16="http://schemas.microsoft.com/office/drawing/2014/main" id="{5EB72D49-E021-FD42-9CAE-4DB550DD973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26">
              <a:extLst>
                <a:ext uri="{FF2B5EF4-FFF2-40B4-BE49-F238E27FC236}">
                  <a16:creationId xmlns:a16="http://schemas.microsoft.com/office/drawing/2014/main" id="{05316288-7BA6-2971-789E-92521A876F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27">
              <a:extLst>
                <a:ext uri="{FF2B5EF4-FFF2-40B4-BE49-F238E27FC236}">
                  <a16:creationId xmlns:a16="http://schemas.microsoft.com/office/drawing/2014/main" id="{BC521D73-454A-581C-63CE-B11AB373C4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28">
              <a:extLst>
                <a:ext uri="{FF2B5EF4-FFF2-40B4-BE49-F238E27FC236}">
                  <a16:creationId xmlns:a16="http://schemas.microsoft.com/office/drawing/2014/main" id="{5579ED4A-F873-B47A-9A2E-501D3D817C4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29">
              <a:extLst>
                <a:ext uri="{FF2B5EF4-FFF2-40B4-BE49-F238E27FC236}">
                  <a16:creationId xmlns:a16="http://schemas.microsoft.com/office/drawing/2014/main" id="{EE0F3ABD-3593-8033-0A2B-57D40D3E76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0">
              <a:extLst>
                <a:ext uri="{FF2B5EF4-FFF2-40B4-BE49-F238E27FC236}">
                  <a16:creationId xmlns:a16="http://schemas.microsoft.com/office/drawing/2014/main" id="{FADB0CB0-E2A6-E752-7B7A-8D3267E63CC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1">
              <a:extLst>
                <a:ext uri="{FF2B5EF4-FFF2-40B4-BE49-F238E27FC236}">
                  <a16:creationId xmlns:a16="http://schemas.microsoft.com/office/drawing/2014/main" id="{28FC49CE-DE0D-B393-8272-3E1982439C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2">
              <a:extLst>
                <a:ext uri="{FF2B5EF4-FFF2-40B4-BE49-F238E27FC236}">
                  <a16:creationId xmlns:a16="http://schemas.microsoft.com/office/drawing/2014/main" id="{58B1EE4C-B408-6763-4DE4-F6E51598430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3">
              <a:extLst>
                <a:ext uri="{FF2B5EF4-FFF2-40B4-BE49-F238E27FC236}">
                  <a16:creationId xmlns:a16="http://schemas.microsoft.com/office/drawing/2014/main" id="{F393CB4B-D5B8-D57E-53A0-350C961ECB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34">
              <a:extLst>
                <a:ext uri="{FF2B5EF4-FFF2-40B4-BE49-F238E27FC236}">
                  <a16:creationId xmlns:a16="http://schemas.microsoft.com/office/drawing/2014/main" id="{5389E22B-09D5-284A-77DE-A96B624DE7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35">
              <a:extLst>
                <a:ext uri="{FF2B5EF4-FFF2-40B4-BE49-F238E27FC236}">
                  <a16:creationId xmlns:a16="http://schemas.microsoft.com/office/drawing/2014/main" id="{E9FABC13-E4AE-0209-60F1-C7A404FD1A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36">
              <a:extLst>
                <a:ext uri="{FF2B5EF4-FFF2-40B4-BE49-F238E27FC236}">
                  <a16:creationId xmlns:a16="http://schemas.microsoft.com/office/drawing/2014/main" id="{7FB629CE-EF3A-A1C2-5F02-7734C1BC15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37">
              <a:extLst>
                <a:ext uri="{FF2B5EF4-FFF2-40B4-BE49-F238E27FC236}">
                  <a16:creationId xmlns:a16="http://schemas.microsoft.com/office/drawing/2014/main" id="{8FD40052-9A5F-3569-5323-FD00CE17F4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Freeform 238">
              <a:extLst>
                <a:ext uri="{FF2B5EF4-FFF2-40B4-BE49-F238E27FC236}">
                  <a16:creationId xmlns:a16="http://schemas.microsoft.com/office/drawing/2014/main" id="{05C47D07-4F90-206B-7119-3B344FF095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Rectangle 239">
              <a:extLst>
                <a:ext uri="{FF2B5EF4-FFF2-40B4-BE49-F238E27FC236}">
                  <a16:creationId xmlns:a16="http://schemas.microsoft.com/office/drawing/2014/main" id="{52A1EC18-D322-0F86-4D61-97170746DD0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40">
              <a:extLst>
                <a:ext uri="{FF2B5EF4-FFF2-40B4-BE49-F238E27FC236}">
                  <a16:creationId xmlns:a16="http://schemas.microsoft.com/office/drawing/2014/main" id="{41761851-87FE-22E4-3ACC-4F9B4433262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41">
              <a:extLst>
                <a:ext uri="{FF2B5EF4-FFF2-40B4-BE49-F238E27FC236}">
                  <a16:creationId xmlns:a16="http://schemas.microsoft.com/office/drawing/2014/main" id="{3577654F-253E-8F31-71CC-E2EA6B6BDE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42">
              <a:extLst>
                <a:ext uri="{FF2B5EF4-FFF2-40B4-BE49-F238E27FC236}">
                  <a16:creationId xmlns:a16="http://schemas.microsoft.com/office/drawing/2014/main" id="{7A602306-2C37-5CE7-7A37-5161ECBE9DC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2031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5" name="Media Placeholder 4"/>
          <p:cNvSpPr>
            <a:spLocks noGrp="1"/>
          </p:cNvSpPr>
          <p:nvPr>
            <p:ph type="media" sz="quarter" idx="10" hasCustomPrompt="1"/>
          </p:nvPr>
        </p:nvSpPr>
        <p:spPr>
          <a:xfrm>
            <a:off x="3287077" y="829734"/>
            <a:ext cx="9683434" cy="750146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this icon to insert a video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A3D46D8-CABC-5FA8-DFEB-7A8278E4BDE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4F16EDFF-1EE9-E3BA-8DC6-D5768D3BA45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E8F033DE-B22E-A845-9103-D8DC2983C1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88A97D79-EC5D-C0DB-5799-6014AEE29D4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71E19B41-5DCB-87E3-7BBC-2A8B03DB11C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4DD81725-AA91-45A8-5A31-AA75307BEB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CCEBB552-0592-1D69-2318-80D345B136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29D546FC-7AE2-0F8D-6AD7-32FD992E2AD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2F1F33D5-4B0C-5642-B06D-18A7B5BEDF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A9D85CF-2479-38E3-2E4F-8B420177575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1035A2A2-A56D-C68E-9A70-3DE7072893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AFC46FC9-130A-1235-8083-FE5766DCEE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1761EFF5-44B0-F036-AAC3-2E48F8576E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0057E9-2222-C53B-1E10-E3894F1F1F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6B550CEF-4EC8-9053-2417-62EAC0E9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EA80174F-B21E-B715-FE51-5E37A38ADD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25248B59-8A8C-A4F6-8BD4-C7B5D63C00F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EB0A10E8-BBDC-900B-64DF-AA29754EEA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473D12BE-473E-27A8-515C-C79EE76077F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37DA4CB9-B61D-1142-0FAA-37E5D161A4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B982C480-20C6-C8FF-ED91-A5FD4A783D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92B193DF-1F70-21D4-DCEC-D46F86E0BC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AA817683-1787-8D34-A748-739D4FBE97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03090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1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805366" y="838200"/>
            <a:ext cx="14646856" cy="74676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/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B5DEFC7-9AC3-6469-DDDF-2FD0250CC05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CAADC412-1777-80E1-E301-D2339D6FB5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13F97B24-5C2D-91EA-D343-4043C9D25B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41A1BF4B-1A73-21E3-018B-22232C422C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12D5848C-F493-6435-B669-891AF0961E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49568655-4DB5-7D42-D1AB-B227BDC62B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D3408E3-534C-8C3D-3F58-CC705F94D04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7BAB8070-3CE7-B068-1D56-0973BC8A0B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55120169-87E8-07D6-61CA-053614D3DFD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A19C0A7D-52CA-8D5D-CB44-1B116C6EA53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9B946800-324F-5D39-AB02-BD1D51895F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87F21EF-2C82-DB2E-4B79-6085FE97D76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C6CEA215-2094-8628-2ECE-436E60733B5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A86A6A0C-11A1-C351-277B-2A9D0732966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C383418C-B6E2-851A-42B0-E2CC20CD86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15821972-90DE-F7A9-85C0-CF33244727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014558C3-CCB4-F77A-113C-B64D8F615D7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00C85738-159C-9B17-0E0C-E9B1655D17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5B154E3-9965-C14C-2FEA-C7C6A052D4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AFCAB1A-8C86-7B8E-B3A1-0FC0EB0F078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59F404A-E4FA-C324-F23B-676DCC1C38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61A5E6D2-7A2A-349F-A0D0-E46E37CE5EC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E9EB6EB4-652E-2FBE-F544-D8124D92EB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74370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2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woosh-85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2787076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98% of Algonquin students have been hired immediately after graduation.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2125170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287077" y="6561978"/>
            <a:ext cx="9683434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7787131-6E09-7021-5F2F-F04559DDEF0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0" name="Freeform 221">
              <a:extLst>
                <a:ext uri="{FF2B5EF4-FFF2-40B4-BE49-F238E27FC236}">
                  <a16:creationId xmlns:a16="http://schemas.microsoft.com/office/drawing/2014/main" id="{D3E43EA1-A97B-BB1D-2757-D7544A22A7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2">
              <a:extLst>
                <a:ext uri="{FF2B5EF4-FFF2-40B4-BE49-F238E27FC236}">
                  <a16:creationId xmlns:a16="http://schemas.microsoft.com/office/drawing/2014/main" id="{1B6BDB0C-A635-021D-5F55-D429B1215B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Rectangle 223">
              <a:extLst>
                <a:ext uri="{FF2B5EF4-FFF2-40B4-BE49-F238E27FC236}">
                  <a16:creationId xmlns:a16="http://schemas.microsoft.com/office/drawing/2014/main" id="{E8F49CCA-2EA2-CCFC-91FD-CD9587060FC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4">
              <a:extLst>
                <a:ext uri="{FF2B5EF4-FFF2-40B4-BE49-F238E27FC236}">
                  <a16:creationId xmlns:a16="http://schemas.microsoft.com/office/drawing/2014/main" id="{77FACDE4-D3CD-89FF-9E65-E846B38565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5">
              <a:extLst>
                <a:ext uri="{FF2B5EF4-FFF2-40B4-BE49-F238E27FC236}">
                  <a16:creationId xmlns:a16="http://schemas.microsoft.com/office/drawing/2014/main" id="{F1D2C0E2-A084-A804-E906-E7EF8449C20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6">
              <a:extLst>
                <a:ext uri="{FF2B5EF4-FFF2-40B4-BE49-F238E27FC236}">
                  <a16:creationId xmlns:a16="http://schemas.microsoft.com/office/drawing/2014/main" id="{ADB3E4E2-1B40-F9A1-C8F4-BBFE4DE3EBC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7">
              <a:extLst>
                <a:ext uri="{FF2B5EF4-FFF2-40B4-BE49-F238E27FC236}">
                  <a16:creationId xmlns:a16="http://schemas.microsoft.com/office/drawing/2014/main" id="{6C2F06A7-3146-055F-D30E-AE792211FD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8">
              <a:extLst>
                <a:ext uri="{FF2B5EF4-FFF2-40B4-BE49-F238E27FC236}">
                  <a16:creationId xmlns:a16="http://schemas.microsoft.com/office/drawing/2014/main" id="{F54D832C-7EBF-AD76-8EED-4879A5DC6A2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9">
              <a:extLst>
                <a:ext uri="{FF2B5EF4-FFF2-40B4-BE49-F238E27FC236}">
                  <a16:creationId xmlns:a16="http://schemas.microsoft.com/office/drawing/2014/main" id="{270BB005-1AEE-3B0F-A234-60B3DF1B81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0">
              <a:extLst>
                <a:ext uri="{FF2B5EF4-FFF2-40B4-BE49-F238E27FC236}">
                  <a16:creationId xmlns:a16="http://schemas.microsoft.com/office/drawing/2014/main" id="{61D19D6C-94C1-C015-DAC9-28803F2CB23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1">
              <a:extLst>
                <a:ext uri="{FF2B5EF4-FFF2-40B4-BE49-F238E27FC236}">
                  <a16:creationId xmlns:a16="http://schemas.microsoft.com/office/drawing/2014/main" id="{D531DA23-C0A4-2251-E14B-B440428AE50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2">
              <a:extLst>
                <a:ext uri="{FF2B5EF4-FFF2-40B4-BE49-F238E27FC236}">
                  <a16:creationId xmlns:a16="http://schemas.microsoft.com/office/drawing/2014/main" id="{4B44FBC4-4FE1-ACDD-043B-3090A157F47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3">
              <a:extLst>
                <a:ext uri="{FF2B5EF4-FFF2-40B4-BE49-F238E27FC236}">
                  <a16:creationId xmlns:a16="http://schemas.microsoft.com/office/drawing/2014/main" id="{F784C1A0-F55D-E08A-CEA9-1337A282F1F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4">
              <a:extLst>
                <a:ext uri="{FF2B5EF4-FFF2-40B4-BE49-F238E27FC236}">
                  <a16:creationId xmlns:a16="http://schemas.microsoft.com/office/drawing/2014/main" id="{7061A227-4512-5B35-F4E8-A3EE7611B3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5">
              <a:extLst>
                <a:ext uri="{FF2B5EF4-FFF2-40B4-BE49-F238E27FC236}">
                  <a16:creationId xmlns:a16="http://schemas.microsoft.com/office/drawing/2014/main" id="{8D514A82-A422-FC33-43AA-B9E1F57342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6">
              <a:extLst>
                <a:ext uri="{FF2B5EF4-FFF2-40B4-BE49-F238E27FC236}">
                  <a16:creationId xmlns:a16="http://schemas.microsoft.com/office/drawing/2014/main" id="{304FE8D1-598A-84A4-108F-3D6F4F8945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7">
              <a:extLst>
                <a:ext uri="{FF2B5EF4-FFF2-40B4-BE49-F238E27FC236}">
                  <a16:creationId xmlns:a16="http://schemas.microsoft.com/office/drawing/2014/main" id="{284946FF-EB83-7E8D-3288-6BCE013EC2D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id="{0C2B332C-1F04-F174-FCA1-B24B4886CD1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Rectangle 239">
              <a:extLst>
                <a:ext uri="{FF2B5EF4-FFF2-40B4-BE49-F238E27FC236}">
                  <a16:creationId xmlns:a16="http://schemas.microsoft.com/office/drawing/2014/main" id="{D4CA2F00-7FF6-D1D2-572F-530A1FA9EBC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0">
              <a:extLst>
                <a:ext uri="{FF2B5EF4-FFF2-40B4-BE49-F238E27FC236}">
                  <a16:creationId xmlns:a16="http://schemas.microsoft.com/office/drawing/2014/main" id="{22D3C5AB-41A5-A900-6E0F-E9B2F210015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1">
              <a:extLst>
                <a:ext uri="{FF2B5EF4-FFF2-40B4-BE49-F238E27FC236}">
                  <a16:creationId xmlns:a16="http://schemas.microsoft.com/office/drawing/2014/main" id="{3D54016E-4422-0495-6301-C67DB684F83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2">
              <a:extLst>
                <a:ext uri="{FF2B5EF4-FFF2-40B4-BE49-F238E27FC236}">
                  <a16:creationId xmlns:a16="http://schemas.microsoft.com/office/drawing/2014/main" id="{CB9FA931-0345-95BC-1DC0-526B7BB006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860235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3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campus-scape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A6C8BC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white.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B67F1BC-0EB9-30A7-ABB7-2155339F6A25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4" name="Freeform 221">
              <a:extLst>
                <a:ext uri="{FF2B5EF4-FFF2-40B4-BE49-F238E27FC236}">
                  <a16:creationId xmlns:a16="http://schemas.microsoft.com/office/drawing/2014/main" id="{2A6164EC-17B8-7DA7-23FF-DFE57BD20E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2">
              <a:extLst>
                <a:ext uri="{FF2B5EF4-FFF2-40B4-BE49-F238E27FC236}">
                  <a16:creationId xmlns:a16="http://schemas.microsoft.com/office/drawing/2014/main" id="{108DC7AB-F454-E011-9FF3-8DE724412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Rectangle 223">
              <a:extLst>
                <a:ext uri="{FF2B5EF4-FFF2-40B4-BE49-F238E27FC236}">
                  <a16:creationId xmlns:a16="http://schemas.microsoft.com/office/drawing/2014/main" id="{BAD11E97-8343-2736-F747-DEC8485502E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4">
              <a:extLst>
                <a:ext uri="{FF2B5EF4-FFF2-40B4-BE49-F238E27FC236}">
                  <a16:creationId xmlns:a16="http://schemas.microsoft.com/office/drawing/2014/main" id="{92C97359-9094-4863-2A76-B6F7060872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5">
              <a:extLst>
                <a:ext uri="{FF2B5EF4-FFF2-40B4-BE49-F238E27FC236}">
                  <a16:creationId xmlns:a16="http://schemas.microsoft.com/office/drawing/2014/main" id="{23F1C8A5-8A6B-D23A-CFFC-A6697F79462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6">
              <a:extLst>
                <a:ext uri="{FF2B5EF4-FFF2-40B4-BE49-F238E27FC236}">
                  <a16:creationId xmlns:a16="http://schemas.microsoft.com/office/drawing/2014/main" id="{CD3A5210-1E40-A27D-34B8-C8AE8150003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227">
              <a:extLst>
                <a:ext uri="{FF2B5EF4-FFF2-40B4-BE49-F238E27FC236}">
                  <a16:creationId xmlns:a16="http://schemas.microsoft.com/office/drawing/2014/main" id="{05E44911-DD90-0634-C063-A313420E7AA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228">
              <a:extLst>
                <a:ext uri="{FF2B5EF4-FFF2-40B4-BE49-F238E27FC236}">
                  <a16:creationId xmlns:a16="http://schemas.microsoft.com/office/drawing/2014/main" id="{2481CAD2-4D8A-8836-DEC8-A828218CDED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29">
              <a:extLst>
                <a:ext uri="{FF2B5EF4-FFF2-40B4-BE49-F238E27FC236}">
                  <a16:creationId xmlns:a16="http://schemas.microsoft.com/office/drawing/2014/main" id="{B0E15478-8EEA-09B5-48E0-EB0D4739B4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0">
              <a:extLst>
                <a:ext uri="{FF2B5EF4-FFF2-40B4-BE49-F238E27FC236}">
                  <a16:creationId xmlns:a16="http://schemas.microsoft.com/office/drawing/2014/main" id="{4FF6BD42-7CF5-6EE3-2254-F70EFE68178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1">
              <a:extLst>
                <a:ext uri="{FF2B5EF4-FFF2-40B4-BE49-F238E27FC236}">
                  <a16:creationId xmlns:a16="http://schemas.microsoft.com/office/drawing/2014/main" id="{AF3ED2BF-B5F5-3AE5-17DA-A3E0A7DE07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2">
              <a:extLst>
                <a:ext uri="{FF2B5EF4-FFF2-40B4-BE49-F238E27FC236}">
                  <a16:creationId xmlns:a16="http://schemas.microsoft.com/office/drawing/2014/main" id="{D0CCF775-039A-62E8-A819-B4B0B1AB03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3">
              <a:extLst>
                <a:ext uri="{FF2B5EF4-FFF2-40B4-BE49-F238E27FC236}">
                  <a16:creationId xmlns:a16="http://schemas.microsoft.com/office/drawing/2014/main" id="{39380849-6FE7-52E0-C631-94E557B605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4">
              <a:extLst>
                <a:ext uri="{FF2B5EF4-FFF2-40B4-BE49-F238E27FC236}">
                  <a16:creationId xmlns:a16="http://schemas.microsoft.com/office/drawing/2014/main" id="{B67CEAE1-A9FA-219B-D023-657C1B9D296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Freeform 235">
              <a:extLst>
                <a:ext uri="{FF2B5EF4-FFF2-40B4-BE49-F238E27FC236}">
                  <a16:creationId xmlns:a16="http://schemas.microsoft.com/office/drawing/2014/main" id="{D2C42C4F-F1C9-7060-D593-8385E5751DF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053CB5F6-87E4-C355-00EE-409DE1DDAF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5D606773-CC2A-1DF5-9EE4-9F2EB1E75C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Freeform 238">
              <a:extLst>
                <a:ext uri="{FF2B5EF4-FFF2-40B4-BE49-F238E27FC236}">
                  <a16:creationId xmlns:a16="http://schemas.microsoft.com/office/drawing/2014/main" id="{C4465440-B5F8-D22A-5DF7-88EAC11128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Rectangle 239">
              <a:extLst>
                <a:ext uri="{FF2B5EF4-FFF2-40B4-BE49-F238E27FC236}">
                  <a16:creationId xmlns:a16="http://schemas.microsoft.com/office/drawing/2014/main" id="{C2048FAE-72C4-B863-C364-181DB2FF9B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Freeform 240">
              <a:extLst>
                <a:ext uri="{FF2B5EF4-FFF2-40B4-BE49-F238E27FC236}">
                  <a16:creationId xmlns:a16="http://schemas.microsoft.com/office/drawing/2014/main" id="{2AB882C4-2AA8-88CF-B00A-DE5C6A3D18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Freeform 241">
              <a:extLst>
                <a:ext uri="{FF2B5EF4-FFF2-40B4-BE49-F238E27FC236}">
                  <a16:creationId xmlns:a16="http://schemas.microsoft.com/office/drawing/2014/main" id="{B1D31E36-CC2C-2B5D-9779-DBAC2CABBF1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42">
              <a:extLst>
                <a:ext uri="{FF2B5EF4-FFF2-40B4-BE49-F238E27FC236}">
                  <a16:creationId xmlns:a16="http://schemas.microsoft.com/office/drawing/2014/main" id="{19184739-01A5-0961-2D1D-987A8B109B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21992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mpus-scape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65700"/>
            <a:ext cx="16256000" cy="41783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287077" y="1313874"/>
            <a:ext cx="9683434" cy="3492669"/>
          </a:xfrm>
        </p:spPr>
        <p:txBody>
          <a:bodyPr/>
          <a:lstStyle>
            <a:lvl1pPr algn="ctr">
              <a:lnSpc>
                <a:spcPct val="110000"/>
              </a:lnSpc>
              <a:defRPr sz="4800" baseline="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Enter an impressive statistic or fact. e.g. We raised $1,000,000 this year. Highlight a number by making it bold and 100% green.</a:t>
            </a:r>
            <a:endParaRPr lang="en-US" dirty="0"/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287077" y="651968"/>
            <a:ext cx="9683434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2CEEFE-D71C-1E8F-EEBF-27331CCA066A}"/>
              </a:ext>
            </a:extLst>
          </p:cNvPr>
          <p:cNvGrpSpPr/>
          <p:nvPr userDrawn="1"/>
        </p:nvGrpSpPr>
        <p:grpSpPr>
          <a:xfrm>
            <a:off x="12409276" y="592757"/>
            <a:ext cx="3201719" cy="558800"/>
            <a:chOff x="609600" y="3803651"/>
            <a:chExt cx="5248276" cy="915988"/>
          </a:xfrm>
          <a:solidFill>
            <a:srgbClr val="1E6040"/>
          </a:solidFill>
        </p:grpSpPr>
        <p:sp>
          <p:nvSpPr>
            <p:cNvPr id="26" name="Freeform 221">
              <a:extLst>
                <a:ext uri="{FF2B5EF4-FFF2-40B4-BE49-F238E27FC236}">
                  <a16:creationId xmlns:a16="http://schemas.microsoft.com/office/drawing/2014/main" id="{86297EF7-FECD-3335-69DA-E8082F862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22">
              <a:extLst>
                <a:ext uri="{FF2B5EF4-FFF2-40B4-BE49-F238E27FC236}">
                  <a16:creationId xmlns:a16="http://schemas.microsoft.com/office/drawing/2014/main" id="{4FCAE9D0-E380-7A8F-CFD5-B628A7798C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Rectangle 223">
              <a:extLst>
                <a:ext uri="{FF2B5EF4-FFF2-40B4-BE49-F238E27FC236}">
                  <a16:creationId xmlns:a16="http://schemas.microsoft.com/office/drawing/2014/main" id="{D629A17A-6C03-E3D9-14F2-22D7C4C1103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4">
              <a:extLst>
                <a:ext uri="{FF2B5EF4-FFF2-40B4-BE49-F238E27FC236}">
                  <a16:creationId xmlns:a16="http://schemas.microsoft.com/office/drawing/2014/main" id="{2E9D1F74-0259-DFB0-3D7E-5E27581B2A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5">
              <a:extLst>
                <a:ext uri="{FF2B5EF4-FFF2-40B4-BE49-F238E27FC236}">
                  <a16:creationId xmlns:a16="http://schemas.microsoft.com/office/drawing/2014/main" id="{A08AEAEF-4E2F-06AC-F86B-EF6276DE20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6">
              <a:extLst>
                <a:ext uri="{FF2B5EF4-FFF2-40B4-BE49-F238E27FC236}">
                  <a16:creationId xmlns:a16="http://schemas.microsoft.com/office/drawing/2014/main" id="{27E3165A-20C0-C590-6F34-4A3B4A3E02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32" name="Freeform 227">
              <a:extLst>
                <a:ext uri="{FF2B5EF4-FFF2-40B4-BE49-F238E27FC236}">
                  <a16:creationId xmlns:a16="http://schemas.microsoft.com/office/drawing/2014/main" id="{8D4561C8-8A37-54FF-9FB7-E7686359FF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8">
              <a:extLst>
                <a:ext uri="{FF2B5EF4-FFF2-40B4-BE49-F238E27FC236}">
                  <a16:creationId xmlns:a16="http://schemas.microsoft.com/office/drawing/2014/main" id="{B1DD9669-915E-05EE-D085-46101D54A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9">
              <a:extLst>
                <a:ext uri="{FF2B5EF4-FFF2-40B4-BE49-F238E27FC236}">
                  <a16:creationId xmlns:a16="http://schemas.microsoft.com/office/drawing/2014/main" id="{297CD727-10AC-9979-E2CD-7222916B0B0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30">
              <a:extLst>
                <a:ext uri="{FF2B5EF4-FFF2-40B4-BE49-F238E27FC236}">
                  <a16:creationId xmlns:a16="http://schemas.microsoft.com/office/drawing/2014/main" id="{A434F7D4-0FB1-779D-AFE5-7470FDE653D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31">
              <a:extLst>
                <a:ext uri="{FF2B5EF4-FFF2-40B4-BE49-F238E27FC236}">
                  <a16:creationId xmlns:a16="http://schemas.microsoft.com/office/drawing/2014/main" id="{27E53208-5E27-45D6-4929-F4E6096DFC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2">
              <a:extLst>
                <a:ext uri="{FF2B5EF4-FFF2-40B4-BE49-F238E27FC236}">
                  <a16:creationId xmlns:a16="http://schemas.microsoft.com/office/drawing/2014/main" id="{7012A2F7-103A-71D6-8733-F9772EEFD02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3">
              <a:extLst>
                <a:ext uri="{FF2B5EF4-FFF2-40B4-BE49-F238E27FC236}">
                  <a16:creationId xmlns:a16="http://schemas.microsoft.com/office/drawing/2014/main" id="{D99F6983-597D-E6A8-75C8-80E4273AE1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4">
              <a:extLst>
                <a:ext uri="{FF2B5EF4-FFF2-40B4-BE49-F238E27FC236}">
                  <a16:creationId xmlns:a16="http://schemas.microsoft.com/office/drawing/2014/main" id="{A6AF735F-F67C-77B7-09CD-9792FC68D5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5">
              <a:extLst>
                <a:ext uri="{FF2B5EF4-FFF2-40B4-BE49-F238E27FC236}">
                  <a16:creationId xmlns:a16="http://schemas.microsoft.com/office/drawing/2014/main" id="{89EC10C7-4B69-F41F-EC24-8629B712D75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6">
              <a:extLst>
                <a:ext uri="{FF2B5EF4-FFF2-40B4-BE49-F238E27FC236}">
                  <a16:creationId xmlns:a16="http://schemas.microsoft.com/office/drawing/2014/main" id="{45FC877E-FE8D-3256-CE4E-E9C4A1675EB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7">
              <a:extLst>
                <a:ext uri="{FF2B5EF4-FFF2-40B4-BE49-F238E27FC236}">
                  <a16:creationId xmlns:a16="http://schemas.microsoft.com/office/drawing/2014/main" id="{3EEC38F2-BEE2-DAF4-3ACF-7510EA61803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id="{663733B6-B3DB-8046-4524-59E7F5F1950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Rectangle 239">
              <a:extLst>
                <a:ext uri="{FF2B5EF4-FFF2-40B4-BE49-F238E27FC236}">
                  <a16:creationId xmlns:a16="http://schemas.microsoft.com/office/drawing/2014/main" id="{50F37BE5-50B9-BCD4-3AE0-930F6EB8D070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40">
              <a:extLst>
                <a:ext uri="{FF2B5EF4-FFF2-40B4-BE49-F238E27FC236}">
                  <a16:creationId xmlns:a16="http://schemas.microsoft.com/office/drawing/2014/main" id="{3F581857-80FD-5567-B1FF-8CD9EC6C8E4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41">
              <a:extLst>
                <a:ext uri="{FF2B5EF4-FFF2-40B4-BE49-F238E27FC236}">
                  <a16:creationId xmlns:a16="http://schemas.microsoft.com/office/drawing/2014/main" id="{A713F826-FCE7-73EB-63D9-DD0DFBBFEC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2">
              <a:extLst>
                <a:ext uri="{FF2B5EF4-FFF2-40B4-BE49-F238E27FC236}">
                  <a16:creationId xmlns:a16="http://schemas.microsoft.com/office/drawing/2014/main" id="{5CC88C8B-6877-C1B6-CEF8-AADCEB43F8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26990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s or Stats v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8127735" cy="4571404"/>
          </a:xfrm>
          <a:solidFill>
            <a:schemeClr val="bg2"/>
          </a:solidFill>
          <a:ln>
            <a:noFill/>
          </a:ln>
        </p:spPr>
        <p:txBody>
          <a:bodyPr/>
          <a:lstStyle>
            <a:lvl1pPr algn="ctr">
              <a:defRPr baseline="0">
                <a:ln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this icon to insert a background photo, the resize this box so it covers the whole screen. Make sure it’s good quality.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2980794" y="2552251"/>
            <a:ext cx="10296000" cy="4039500"/>
          </a:xfrm>
          <a:solidFill>
            <a:srgbClr val="FFFFFF"/>
          </a:solidFill>
          <a:ln>
            <a:noFill/>
          </a:ln>
          <a:effectLst>
            <a:outerShdw blurRad="381000" dir="2700000" sx="98000" sy="98000" algn="tl" rotWithShape="0">
              <a:srgbClr val="000000">
                <a:alpha val="85000"/>
              </a:srgbClr>
            </a:outerShdw>
          </a:effectLst>
        </p:spPr>
        <p:txBody>
          <a:bodyPr lIns="324000" tIns="1080000" rIns="324000" bIns="1080000"/>
          <a:lstStyle>
            <a:lvl1pPr algn="ctr">
              <a:lnSpc>
                <a:spcPct val="90000"/>
              </a:lnSpc>
              <a:defRPr sz="11200">
                <a:solidFill>
                  <a:srgbClr val="599A83"/>
                </a:solidFill>
              </a:defRPr>
            </a:lvl1pPr>
          </a:lstStyle>
          <a:p>
            <a:r>
              <a:rPr lang="en-CA" dirty="0"/>
              <a:t>$#,###,###</a:t>
            </a:r>
            <a:endParaRPr lang="en-US" dirty="0"/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3301893" y="3012628"/>
            <a:ext cx="9653802" cy="510712"/>
          </a:xfrm>
        </p:spPr>
        <p:txBody>
          <a:bodyPr anchor="ctr"/>
          <a:lstStyle>
            <a:lvl1pPr algn="ctr">
              <a:lnSpc>
                <a:spcPct val="100000"/>
              </a:lnSpc>
              <a:defRPr sz="2100" b="1" baseline="0">
                <a:solidFill>
                  <a:srgbClr val="00673E"/>
                </a:solidFill>
              </a:defRPr>
            </a:lvl1pPr>
          </a:lstStyle>
          <a:p>
            <a:pPr lvl="0"/>
            <a:r>
              <a:rPr lang="en-CA" dirty="0"/>
              <a:t>THIS IS THE TITLE OF YOUR STATISTIC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4" hasCustomPrompt="1"/>
          </p:nvPr>
        </p:nvSpPr>
        <p:spPr>
          <a:xfrm>
            <a:off x="3301893" y="5643918"/>
            <a:ext cx="9653802" cy="388804"/>
          </a:xfrm>
        </p:spPr>
        <p:txBody>
          <a:bodyPr anchor="ctr"/>
          <a:lstStyle>
            <a:lvl1pPr algn="ctr"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CA" dirty="0"/>
              <a:t>THIS IS A SPACE FOR A CITATION OR SOURCE</a:t>
            </a:r>
            <a:endParaRPr lang="en-US" dirty="0"/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58AB89DB-4CB7-BAA0-FBE2-4D5C76CB8F6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tx1"/>
          </a:solidFill>
        </p:grpSpPr>
        <p:sp>
          <p:nvSpPr>
            <p:cNvPr id="53" name="Freeform 221">
              <a:extLst>
                <a:ext uri="{FF2B5EF4-FFF2-40B4-BE49-F238E27FC236}">
                  <a16:creationId xmlns:a16="http://schemas.microsoft.com/office/drawing/2014/main" id="{E9CCDCB2-2868-F6F8-4D31-C07CD3DE6B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22">
              <a:extLst>
                <a:ext uri="{FF2B5EF4-FFF2-40B4-BE49-F238E27FC236}">
                  <a16:creationId xmlns:a16="http://schemas.microsoft.com/office/drawing/2014/main" id="{7D647F20-A1E1-0A33-3A9A-CAF802AF54F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5" name="Rectangle 223">
              <a:extLst>
                <a:ext uri="{FF2B5EF4-FFF2-40B4-BE49-F238E27FC236}">
                  <a16:creationId xmlns:a16="http://schemas.microsoft.com/office/drawing/2014/main" id="{1341990B-7F1A-4BFD-5199-E3B1288382D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6" name="Freeform 224">
              <a:extLst>
                <a:ext uri="{FF2B5EF4-FFF2-40B4-BE49-F238E27FC236}">
                  <a16:creationId xmlns:a16="http://schemas.microsoft.com/office/drawing/2014/main" id="{9E3DE3BC-04B4-067C-29B5-67E2C8BB019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225">
              <a:extLst>
                <a:ext uri="{FF2B5EF4-FFF2-40B4-BE49-F238E27FC236}">
                  <a16:creationId xmlns:a16="http://schemas.microsoft.com/office/drawing/2014/main" id="{169DAA7D-4736-E0E1-7DD5-98CBEE5EDA8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226">
              <a:extLst>
                <a:ext uri="{FF2B5EF4-FFF2-40B4-BE49-F238E27FC236}">
                  <a16:creationId xmlns:a16="http://schemas.microsoft.com/office/drawing/2014/main" id="{69C96DD7-D921-59E6-6F78-12C6A8919D9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227">
              <a:extLst>
                <a:ext uri="{FF2B5EF4-FFF2-40B4-BE49-F238E27FC236}">
                  <a16:creationId xmlns:a16="http://schemas.microsoft.com/office/drawing/2014/main" id="{4EDF59DA-CB90-C7AC-7CF2-BDDBE46C32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0" name="Freeform 228">
              <a:extLst>
                <a:ext uri="{FF2B5EF4-FFF2-40B4-BE49-F238E27FC236}">
                  <a16:creationId xmlns:a16="http://schemas.microsoft.com/office/drawing/2014/main" id="{8E98D7E9-864C-622F-6EDB-27ADE44F171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1" name="Freeform 229">
              <a:extLst>
                <a:ext uri="{FF2B5EF4-FFF2-40B4-BE49-F238E27FC236}">
                  <a16:creationId xmlns:a16="http://schemas.microsoft.com/office/drawing/2014/main" id="{BCF56232-6E89-42D5-3D5B-3718CCE46D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2" name="Freeform 230">
              <a:extLst>
                <a:ext uri="{FF2B5EF4-FFF2-40B4-BE49-F238E27FC236}">
                  <a16:creationId xmlns:a16="http://schemas.microsoft.com/office/drawing/2014/main" id="{15BE84B6-E036-929B-DEB9-BFE9A667495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3" name="Freeform 231">
              <a:extLst>
                <a:ext uri="{FF2B5EF4-FFF2-40B4-BE49-F238E27FC236}">
                  <a16:creationId xmlns:a16="http://schemas.microsoft.com/office/drawing/2014/main" id="{6ABCE29F-6530-753D-60D0-1B1BB030C58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4" name="Freeform 232">
              <a:extLst>
                <a:ext uri="{FF2B5EF4-FFF2-40B4-BE49-F238E27FC236}">
                  <a16:creationId xmlns:a16="http://schemas.microsoft.com/office/drawing/2014/main" id="{B190E16D-E7D6-A1A6-6A43-45BF6B21C3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5" name="Freeform 233">
              <a:extLst>
                <a:ext uri="{FF2B5EF4-FFF2-40B4-BE49-F238E27FC236}">
                  <a16:creationId xmlns:a16="http://schemas.microsoft.com/office/drawing/2014/main" id="{435EC608-1EDD-F8CD-02E4-1B7F46FF12F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6" name="Freeform 234">
              <a:extLst>
                <a:ext uri="{FF2B5EF4-FFF2-40B4-BE49-F238E27FC236}">
                  <a16:creationId xmlns:a16="http://schemas.microsoft.com/office/drawing/2014/main" id="{E5FBE253-3BC5-4BCB-5E6A-2FFC3B3D69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7" name="Freeform 235">
              <a:extLst>
                <a:ext uri="{FF2B5EF4-FFF2-40B4-BE49-F238E27FC236}">
                  <a16:creationId xmlns:a16="http://schemas.microsoft.com/office/drawing/2014/main" id="{154746AA-F147-83CB-BD8B-C497B78EA7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8" name="Freeform 236">
              <a:extLst>
                <a:ext uri="{FF2B5EF4-FFF2-40B4-BE49-F238E27FC236}">
                  <a16:creationId xmlns:a16="http://schemas.microsoft.com/office/drawing/2014/main" id="{B33C2EC8-0BCD-BC84-C4F2-3CE5013A21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9" name="Freeform 237">
              <a:extLst>
                <a:ext uri="{FF2B5EF4-FFF2-40B4-BE49-F238E27FC236}">
                  <a16:creationId xmlns:a16="http://schemas.microsoft.com/office/drawing/2014/main" id="{291AFA4C-744A-2617-1453-9CBFF738BE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0" name="Freeform 238">
              <a:extLst>
                <a:ext uri="{FF2B5EF4-FFF2-40B4-BE49-F238E27FC236}">
                  <a16:creationId xmlns:a16="http://schemas.microsoft.com/office/drawing/2014/main" id="{7946A268-2767-97C5-A8C7-7C79086043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1" name="Rectangle 239">
              <a:extLst>
                <a:ext uri="{FF2B5EF4-FFF2-40B4-BE49-F238E27FC236}">
                  <a16:creationId xmlns:a16="http://schemas.microsoft.com/office/drawing/2014/main" id="{8D0FE213-7095-A75F-3AF3-FA31CAD2F8A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2" name="Freeform 240">
              <a:extLst>
                <a:ext uri="{FF2B5EF4-FFF2-40B4-BE49-F238E27FC236}">
                  <a16:creationId xmlns:a16="http://schemas.microsoft.com/office/drawing/2014/main" id="{F407BC32-27A8-6F2D-AB0D-84B25E0F4DB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241">
              <a:extLst>
                <a:ext uri="{FF2B5EF4-FFF2-40B4-BE49-F238E27FC236}">
                  <a16:creationId xmlns:a16="http://schemas.microsoft.com/office/drawing/2014/main" id="{258F87A0-05EA-7371-A842-E57E85E2A1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242">
              <a:extLst>
                <a:ext uri="{FF2B5EF4-FFF2-40B4-BE49-F238E27FC236}">
                  <a16:creationId xmlns:a16="http://schemas.microsoft.com/office/drawing/2014/main" id="{75378D2F-75A1-55FE-0436-2552610820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12104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8128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right-aligned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3318825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9346896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9346896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5" name="Picture 1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7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F0244F4-0A2A-B73E-3170-631F6D88AFB1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F1D37260-BCC4-17F8-9CB5-2D5124D3E4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771B6097-D9B7-4D97-A6D9-E29C5C9ACF1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C6B12AF7-41AE-8065-2BFD-13D327A6094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0C8A303E-B1D0-51F9-2E45-7F1C1A142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CC0F40F6-BBC5-4C4C-6037-0A5ABE0FEA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EBDFA38E-A33B-BA53-AB96-588A2D55624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6753DB62-9FFD-03B0-564D-39BD3155C4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695F7B2F-368B-DFAD-6659-9A5938B3446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CE73EC05-3E80-4D14-2FE1-9BF3332D35C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8DA2C592-9188-2AC8-AAC6-DA6F2E0AF9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E967F409-C7C8-2ADD-9860-0F4BD5D7A8B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EA2175D2-E22C-47E6-20B5-CB2A068C5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4D850515-9E93-C677-918B-E5FD083857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AC74322A-5DCE-F313-4D27-5AE80D2C9CA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DF5FD35-F5BD-5A6B-ECC7-9117C60D23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78BE0F37-B582-CB4F-8DF0-8F001909796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134E957-69F3-F25B-1FBF-023350FC30E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5B7EA1C2-FB20-0F45-311C-C23AF7D77B5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BBC22C49-7B8B-1278-8B8A-F53E557FFF6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48942F3F-E510-9A4C-E4F7-D99A195AFC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91D79448-876B-28AF-25B0-8E9C36342C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F6B3F93D-BF71-7168-9155-4AD743247F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63347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-Aligned Image with Text +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5"/>
          <p:cNvSpPr>
            <a:spLocks noGrp="1"/>
          </p:cNvSpPr>
          <p:nvPr>
            <p:ph type="body" sz="quarter" idx="15" hasCustomPrompt="1"/>
          </p:nvPr>
        </p:nvSpPr>
        <p:spPr>
          <a:xfrm>
            <a:off x="7992382" y="2404534"/>
            <a:ext cx="7484181" cy="5130800"/>
          </a:xfrm>
        </p:spPr>
        <p:txBody>
          <a:bodyPr/>
          <a:lstStyle>
            <a:lvl1pPr>
              <a:spcBef>
                <a:spcPts val="1600"/>
              </a:spcBef>
              <a:defRPr baseline="0"/>
            </a:lvl1pPr>
            <a:lvl3pPr marL="2020367" indent="-457200">
              <a:buFont typeface="Arial"/>
              <a:buChar char="•"/>
              <a:defRPr/>
            </a:lvl3pPr>
            <a:lvl4pPr>
              <a:spcBef>
                <a:spcPts val="1104"/>
              </a:spcBef>
              <a:defRPr>
                <a:solidFill>
                  <a:srgbClr val="599A83"/>
                </a:solidFill>
              </a:defRPr>
            </a:lvl4pPr>
          </a:lstStyle>
          <a:p>
            <a:pPr lvl="0"/>
            <a:r>
              <a:rPr lang="en-CA" dirty="0"/>
              <a:t>Click to edit content. Keep in minimal on key point slides. Bullets are available for hierarchy.</a:t>
            </a:r>
          </a:p>
          <a:p>
            <a:pPr lvl="1"/>
            <a:r>
              <a:rPr lang="en-CA" dirty="0"/>
              <a:t>Second level</a:t>
            </a:r>
          </a:p>
          <a:p>
            <a:pPr lvl="2"/>
            <a:r>
              <a:rPr lang="en-CA" dirty="0"/>
              <a:t>Third level</a:t>
            </a:r>
          </a:p>
          <a:p>
            <a:pPr lvl="3"/>
            <a:r>
              <a:rPr lang="en-CA" dirty="0"/>
              <a:t>Fourth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992381" y="768365"/>
            <a:ext cx="7484182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A slide with a left-aligned image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7992381" y="6267279"/>
            <a:ext cx="4978238" cy="1268053"/>
          </a:xfrm>
        </p:spPr>
        <p:txBody>
          <a:bodyPr anchor="b"/>
          <a:lstStyle>
            <a:lvl1pPr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sp>
        <p:nvSpPr>
          <p:cNvPr id="14" name="Picture Placeholder 4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853030"/>
            <a:ext cx="6910691" cy="6682303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5" name="Text Placeholder 8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5489054"/>
            <a:ext cx="502903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F328B7F-C21D-D1A1-3F5C-DF3CCFC1668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0CDD3A7F-BF20-4A49-4799-17DD349DFE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ADCFD3FB-E85F-F592-BB2C-26BD377A62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175F223-F267-11CD-18A3-0D726C8B0CC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725392FA-386A-5625-5E7B-E715D1832D5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D43A2118-B424-090D-B0D1-867BEA76D7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1060B36C-45FE-0E86-C98D-DF03B34CA7A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D3A5F121-3679-2664-2470-EDD5686A8F8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D019CE80-ECED-5629-CEB7-37EA09E420D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E21607D5-E1E5-EF2C-6733-BCDD7C5F81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74796883-0AB3-1543-331E-37A56D31F98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86C1AC2-DE7E-9168-9327-8712DA58D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12AF02EA-90F2-C227-F1E3-A37B00FCC81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3D269EEB-4282-160F-C686-70446C98B33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E1D1103-DFE1-05D6-A404-F9ADDF7D340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1C019919-9138-4762-59D2-29F208AE188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6E8C646D-E601-5E51-27CE-B27859F18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A7FE2B0B-BC63-038C-2C2F-43F4FA69553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B825538C-EA53-57FB-27CD-A4B934AC7CE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DF65302B-6E31-722F-B948-49B35B1F110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7C8E3FA2-DD74-D0B9-5AE5-5C2A1747365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EEE3976B-EC63-F303-F025-B3E26CCF68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CACDB7FB-64BB-9848-AE39-C385AEB5D0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854599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Frame 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86" y="0"/>
            <a:ext cx="16256402" cy="9144000"/>
          </a:xfrm>
        </p:spPr>
        <p:txBody>
          <a:bodyPr/>
          <a:lstStyle>
            <a:lvl1pPr marL="0" indent="0">
              <a:buNone/>
              <a:defRPr sz="4000" baseline="0"/>
            </a:lvl1pPr>
            <a:lvl2pPr marL="781583" indent="0">
              <a:buNone/>
              <a:defRPr sz="4800"/>
            </a:lvl2pPr>
            <a:lvl3pPr marL="1563167" indent="0">
              <a:buNone/>
              <a:defRPr sz="4100"/>
            </a:lvl3pPr>
            <a:lvl4pPr marL="2344750" indent="0">
              <a:buNone/>
              <a:defRPr sz="3400"/>
            </a:lvl4pPr>
            <a:lvl5pPr marL="3126334" indent="0">
              <a:buNone/>
              <a:defRPr sz="3400"/>
            </a:lvl5pPr>
            <a:lvl6pPr marL="3907917" indent="0">
              <a:buNone/>
              <a:defRPr sz="3400"/>
            </a:lvl6pPr>
            <a:lvl7pPr marL="4689500" indent="0">
              <a:buNone/>
              <a:defRPr sz="3400"/>
            </a:lvl7pPr>
            <a:lvl8pPr marL="5471084" indent="0">
              <a:buNone/>
              <a:defRPr sz="3400"/>
            </a:lvl8pPr>
            <a:lvl9pPr marL="6252667" indent="0">
              <a:buNone/>
              <a:defRPr sz="3400"/>
            </a:lvl9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6313857"/>
            <a:ext cx="7958408" cy="759384"/>
          </a:xfrm>
          <a:solidFill>
            <a:srgbClr val="589278"/>
          </a:solidFill>
          <a:ln>
            <a:noFill/>
          </a:ln>
        </p:spPr>
        <p:txBody>
          <a:bodyPr wrap="square" lIns="252000" tIns="180000" rIns="252000" bIns="252000" anchor="ctr">
            <a:spAutoFit/>
          </a:bodyPr>
          <a:lstStyle>
            <a:lvl1pPr>
              <a:lnSpc>
                <a:spcPct val="100000"/>
              </a:lnSpc>
              <a:defRPr sz="2100" b="1" baseline="0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5853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Pho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63845"/>
            <a:ext cx="16257588" cy="1739093"/>
          </a:xfrm>
          <a:prstGeom prst="rect">
            <a:avLst/>
          </a:prstGeom>
        </p:spPr>
      </p:pic>
      <p:sp>
        <p:nvSpPr>
          <p:cNvPr id="4" name="Picture Placeholder 3"/>
          <p:cNvSpPr>
            <a:spLocks noGrp="1"/>
          </p:cNvSpPr>
          <p:nvPr>
            <p:ph type="pic" sz="quarter" idx="10" hasCustomPrompt="1"/>
          </p:nvPr>
        </p:nvSpPr>
        <p:spPr>
          <a:xfrm>
            <a:off x="8332918" y="829734"/>
            <a:ext cx="7111897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7145633" cy="6696000"/>
          </a:xfrm>
        </p:spPr>
        <p:txBody>
          <a:bodyPr/>
          <a:lstStyle/>
          <a:p>
            <a:r>
              <a:rPr lang="en-US" dirty="0"/>
              <a:t>Click on this icon to insert a photo.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8332919" y="5498998"/>
            <a:ext cx="4654526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pic>
        <p:nvPicPr>
          <p:cNvPr id="16" name="Picture 15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8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F8CB2D0-4990-30BC-090E-BBB93EB7FA3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3" name="Freeform 221">
              <a:extLst>
                <a:ext uri="{FF2B5EF4-FFF2-40B4-BE49-F238E27FC236}">
                  <a16:creationId xmlns:a16="http://schemas.microsoft.com/office/drawing/2014/main" id="{BFD3159A-48A8-2E19-F5A2-1B4915F398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2">
              <a:extLst>
                <a:ext uri="{FF2B5EF4-FFF2-40B4-BE49-F238E27FC236}">
                  <a16:creationId xmlns:a16="http://schemas.microsoft.com/office/drawing/2014/main" id="{FA717CC5-EB2F-0114-50F8-7A34D5AB42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Rectangle 223">
              <a:extLst>
                <a:ext uri="{FF2B5EF4-FFF2-40B4-BE49-F238E27FC236}">
                  <a16:creationId xmlns:a16="http://schemas.microsoft.com/office/drawing/2014/main" id="{04E8E30E-7A67-56D7-52F8-4C3DEBB1706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4">
              <a:extLst>
                <a:ext uri="{FF2B5EF4-FFF2-40B4-BE49-F238E27FC236}">
                  <a16:creationId xmlns:a16="http://schemas.microsoft.com/office/drawing/2014/main" id="{6ADD9EC7-1167-1299-CF05-42B27422A9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5">
              <a:extLst>
                <a:ext uri="{FF2B5EF4-FFF2-40B4-BE49-F238E27FC236}">
                  <a16:creationId xmlns:a16="http://schemas.microsoft.com/office/drawing/2014/main" id="{882AEE94-04EF-F454-61D7-C92A584876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6">
              <a:extLst>
                <a:ext uri="{FF2B5EF4-FFF2-40B4-BE49-F238E27FC236}">
                  <a16:creationId xmlns:a16="http://schemas.microsoft.com/office/drawing/2014/main" id="{C6F000AA-AFEE-994C-F46D-B52A1E65B0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7">
              <a:extLst>
                <a:ext uri="{FF2B5EF4-FFF2-40B4-BE49-F238E27FC236}">
                  <a16:creationId xmlns:a16="http://schemas.microsoft.com/office/drawing/2014/main" id="{C8752D77-68CF-5AFD-2D5A-40F6280501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8">
              <a:extLst>
                <a:ext uri="{FF2B5EF4-FFF2-40B4-BE49-F238E27FC236}">
                  <a16:creationId xmlns:a16="http://schemas.microsoft.com/office/drawing/2014/main" id="{9FFC4180-602C-C09B-22BB-C89898D751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29">
              <a:extLst>
                <a:ext uri="{FF2B5EF4-FFF2-40B4-BE49-F238E27FC236}">
                  <a16:creationId xmlns:a16="http://schemas.microsoft.com/office/drawing/2014/main" id="{5F94D110-AA3C-9E19-94D4-CE2734555B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0">
              <a:extLst>
                <a:ext uri="{FF2B5EF4-FFF2-40B4-BE49-F238E27FC236}">
                  <a16:creationId xmlns:a16="http://schemas.microsoft.com/office/drawing/2014/main" id="{E5F9694F-7E1E-AE85-76EE-A54BA9FB78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1">
              <a:extLst>
                <a:ext uri="{FF2B5EF4-FFF2-40B4-BE49-F238E27FC236}">
                  <a16:creationId xmlns:a16="http://schemas.microsoft.com/office/drawing/2014/main" id="{C2E1E3AC-DE28-9554-1699-8A2BBA90C4F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2">
              <a:extLst>
                <a:ext uri="{FF2B5EF4-FFF2-40B4-BE49-F238E27FC236}">
                  <a16:creationId xmlns:a16="http://schemas.microsoft.com/office/drawing/2014/main" id="{4C095C7A-4A9C-9CA7-0AE7-C53E9409CB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3">
              <a:extLst>
                <a:ext uri="{FF2B5EF4-FFF2-40B4-BE49-F238E27FC236}">
                  <a16:creationId xmlns:a16="http://schemas.microsoft.com/office/drawing/2014/main" id="{8128700C-870B-4890-81B7-E3A6CCC1423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4">
              <a:extLst>
                <a:ext uri="{FF2B5EF4-FFF2-40B4-BE49-F238E27FC236}">
                  <a16:creationId xmlns:a16="http://schemas.microsoft.com/office/drawing/2014/main" id="{7416D757-7C37-DABE-6511-72CDDB5DF8A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5">
              <a:extLst>
                <a:ext uri="{FF2B5EF4-FFF2-40B4-BE49-F238E27FC236}">
                  <a16:creationId xmlns:a16="http://schemas.microsoft.com/office/drawing/2014/main" id="{E1303696-BFC9-650C-7978-81C6334130E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6">
              <a:extLst>
                <a:ext uri="{FF2B5EF4-FFF2-40B4-BE49-F238E27FC236}">
                  <a16:creationId xmlns:a16="http://schemas.microsoft.com/office/drawing/2014/main" id="{C3F55D5D-EDD5-F7D7-068E-F8CEFAEEA84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7">
              <a:extLst>
                <a:ext uri="{FF2B5EF4-FFF2-40B4-BE49-F238E27FC236}">
                  <a16:creationId xmlns:a16="http://schemas.microsoft.com/office/drawing/2014/main" id="{8AE2C31A-94C5-62A6-D38C-C1B85BDF094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8">
              <a:extLst>
                <a:ext uri="{FF2B5EF4-FFF2-40B4-BE49-F238E27FC236}">
                  <a16:creationId xmlns:a16="http://schemas.microsoft.com/office/drawing/2014/main" id="{80353D07-0A25-36E0-2847-2676F7D55DB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Rectangle 239">
              <a:extLst>
                <a:ext uri="{FF2B5EF4-FFF2-40B4-BE49-F238E27FC236}">
                  <a16:creationId xmlns:a16="http://schemas.microsoft.com/office/drawing/2014/main" id="{08D838C5-3C38-B156-C757-D69BFA087DF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0">
              <a:extLst>
                <a:ext uri="{FF2B5EF4-FFF2-40B4-BE49-F238E27FC236}">
                  <a16:creationId xmlns:a16="http://schemas.microsoft.com/office/drawing/2014/main" id="{526FE6FF-DA85-C143-7530-1D1BA26A86B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1">
              <a:extLst>
                <a:ext uri="{FF2B5EF4-FFF2-40B4-BE49-F238E27FC236}">
                  <a16:creationId xmlns:a16="http://schemas.microsoft.com/office/drawing/2014/main" id="{74722894-7B90-2C40-5514-24A27C1106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242">
              <a:extLst>
                <a:ext uri="{FF2B5EF4-FFF2-40B4-BE49-F238E27FC236}">
                  <a16:creationId xmlns:a16="http://schemas.microsoft.com/office/drawing/2014/main" id="{235B206B-3500-143D-5FCD-124E5A13ED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72627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2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7" y="829734"/>
            <a:ext cx="11598955" cy="6696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this icon to insert a photo.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829707" y="5498998"/>
            <a:ext cx="4673447" cy="778226"/>
          </a:xfrm>
          <a:solidFill>
            <a:srgbClr val="589278"/>
          </a:solidFill>
          <a:ln>
            <a:noFill/>
          </a:ln>
        </p:spPr>
        <p:txBody>
          <a:bodyPr wrap="square" lIns="252000" tIns="252000" rIns="252000" bIns="252000" anchor="ctr">
            <a:spAutoFit/>
          </a:bodyPr>
          <a:lstStyle>
            <a:lvl1pPr>
              <a:lnSpc>
                <a:spcPct val="80000"/>
              </a:lnSpc>
              <a:defRPr sz="2100" b="1">
                <a:ln>
                  <a:noFill/>
                </a:ln>
                <a:solidFill>
                  <a:schemeClr val="bg1"/>
                </a:solidFill>
                <a:effectLst/>
              </a:defRPr>
            </a:lvl1pPr>
          </a:lstStyle>
          <a:p>
            <a:pPr lvl="0"/>
            <a:r>
              <a:rPr lang="en-CA" dirty="0"/>
              <a:t>Optional short caption here</a:t>
            </a:r>
            <a:endParaRPr lang="en-US" dirty="0"/>
          </a:p>
        </p:txBody>
      </p:sp>
      <p:sp>
        <p:nvSpPr>
          <p:cNvPr id="14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19" name="Picture 18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1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CDB0175-74B9-A91B-D8DB-A3D2422B38ED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2" name="Freeform 221">
              <a:extLst>
                <a:ext uri="{FF2B5EF4-FFF2-40B4-BE49-F238E27FC236}">
                  <a16:creationId xmlns:a16="http://schemas.microsoft.com/office/drawing/2014/main" id="{72A5E1AF-9B4E-6F2C-E261-1CA91042B2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2">
              <a:extLst>
                <a:ext uri="{FF2B5EF4-FFF2-40B4-BE49-F238E27FC236}">
                  <a16:creationId xmlns:a16="http://schemas.microsoft.com/office/drawing/2014/main" id="{C742B924-89D4-2CF9-6665-E464938CBE1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Rectangle 223">
              <a:extLst>
                <a:ext uri="{FF2B5EF4-FFF2-40B4-BE49-F238E27FC236}">
                  <a16:creationId xmlns:a16="http://schemas.microsoft.com/office/drawing/2014/main" id="{58A388EB-FDF9-01AC-6E9B-8D69DFF2569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4">
              <a:extLst>
                <a:ext uri="{FF2B5EF4-FFF2-40B4-BE49-F238E27FC236}">
                  <a16:creationId xmlns:a16="http://schemas.microsoft.com/office/drawing/2014/main" id="{4C9E3157-5C87-2445-2BA0-451204F2F5D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5">
              <a:extLst>
                <a:ext uri="{FF2B5EF4-FFF2-40B4-BE49-F238E27FC236}">
                  <a16:creationId xmlns:a16="http://schemas.microsoft.com/office/drawing/2014/main" id="{577A604B-1323-622A-A31F-223949DF7C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6">
              <a:extLst>
                <a:ext uri="{FF2B5EF4-FFF2-40B4-BE49-F238E27FC236}">
                  <a16:creationId xmlns:a16="http://schemas.microsoft.com/office/drawing/2014/main" id="{9C6A1A01-C173-A701-4920-EC00E0A609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7">
              <a:extLst>
                <a:ext uri="{FF2B5EF4-FFF2-40B4-BE49-F238E27FC236}">
                  <a16:creationId xmlns:a16="http://schemas.microsoft.com/office/drawing/2014/main" id="{8AF4FD52-649A-6442-5B6F-ACDCCCC7E79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8">
              <a:extLst>
                <a:ext uri="{FF2B5EF4-FFF2-40B4-BE49-F238E27FC236}">
                  <a16:creationId xmlns:a16="http://schemas.microsoft.com/office/drawing/2014/main" id="{E573759E-3B81-E75B-9376-65B09C372E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29">
              <a:extLst>
                <a:ext uri="{FF2B5EF4-FFF2-40B4-BE49-F238E27FC236}">
                  <a16:creationId xmlns:a16="http://schemas.microsoft.com/office/drawing/2014/main" id="{1F297304-16F4-1B09-C8EF-F74F6BAF0B1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0">
              <a:extLst>
                <a:ext uri="{FF2B5EF4-FFF2-40B4-BE49-F238E27FC236}">
                  <a16:creationId xmlns:a16="http://schemas.microsoft.com/office/drawing/2014/main" id="{8BF5A5B9-C858-3DA6-0A10-9ACCDE98DDA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1">
              <a:extLst>
                <a:ext uri="{FF2B5EF4-FFF2-40B4-BE49-F238E27FC236}">
                  <a16:creationId xmlns:a16="http://schemas.microsoft.com/office/drawing/2014/main" id="{6B3527D2-3769-DAE4-DA31-B46E1CC14F1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2">
              <a:extLst>
                <a:ext uri="{FF2B5EF4-FFF2-40B4-BE49-F238E27FC236}">
                  <a16:creationId xmlns:a16="http://schemas.microsoft.com/office/drawing/2014/main" id="{C02EEBAA-AE6E-8A88-513A-3F599E7BE42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3">
              <a:extLst>
                <a:ext uri="{FF2B5EF4-FFF2-40B4-BE49-F238E27FC236}">
                  <a16:creationId xmlns:a16="http://schemas.microsoft.com/office/drawing/2014/main" id="{9A7E0820-4F35-F75F-4E17-49D9E5AE73F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4">
              <a:extLst>
                <a:ext uri="{FF2B5EF4-FFF2-40B4-BE49-F238E27FC236}">
                  <a16:creationId xmlns:a16="http://schemas.microsoft.com/office/drawing/2014/main" id="{DED8CBEC-CD65-49AE-D472-CD294ECC4B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5">
              <a:extLst>
                <a:ext uri="{FF2B5EF4-FFF2-40B4-BE49-F238E27FC236}">
                  <a16:creationId xmlns:a16="http://schemas.microsoft.com/office/drawing/2014/main" id="{32EA9635-BAD8-EC55-717A-D6C871C1E7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6">
              <a:extLst>
                <a:ext uri="{FF2B5EF4-FFF2-40B4-BE49-F238E27FC236}">
                  <a16:creationId xmlns:a16="http://schemas.microsoft.com/office/drawing/2014/main" id="{DD4D5F2C-C06A-87F5-701D-2A65CD8A035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7">
              <a:extLst>
                <a:ext uri="{FF2B5EF4-FFF2-40B4-BE49-F238E27FC236}">
                  <a16:creationId xmlns:a16="http://schemas.microsoft.com/office/drawing/2014/main" id="{528623C7-574D-A20A-C3B3-34F8CFB1932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38">
              <a:extLst>
                <a:ext uri="{FF2B5EF4-FFF2-40B4-BE49-F238E27FC236}">
                  <a16:creationId xmlns:a16="http://schemas.microsoft.com/office/drawing/2014/main" id="{0A0E26A8-58F0-51B2-0C16-EF45CA1F0B3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Rectangle 239">
              <a:extLst>
                <a:ext uri="{FF2B5EF4-FFF2-40B4-BE49-F238E27FC236}">
                  <a16:creationId xmlns:a16="http://schemas.microsoft.com/office/drawing/2014/main" id="{6777EE9B-4C23-6892-EB32-401F4D5416D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0">
              <a:extLst>
                <a:ext uri="{FF2B5EF4-FFF2-40B4-BE49-F238E27FC236}">
                  <a16:creationId xmlns:a16="http://schemas.microsoft.com/office/drawing/2014/main" id="{5DBF99F7-40C5-E04A-A203-EE96642D068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1">
              <a:extLst>
                <a:ext uri="{FF2B5EF4-FFF2-40B4-BE49-F238E27FC236}">
                  <a16:creationId xmlns:a16="http://schemas.microsoft.com/office/drawing/2014/main" id="{39E4B001-8C77-A9B9-B186-48F487ABE77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242">
              <a:extLst>
                <a:ext uri="{FF2B5EF4-FFF2-40B4-BE49-F238E27FC236}">
                  <a16:creationId xmlns:a16="http://schemas.microsoft.com/office/drawing/2014/main" id="{CB58EE54-B213-A31B-BB5A-AA32CB82996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07220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ic + Title and Descri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woosh-85.eps"/>
          <p:cNvPicPr>
            <a:picLocks noChangeAspect="1"/>
          </p:cNvPicPr>
          <p:nvPr userDrawn="1"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4193"/>
            <a:ext cx="16257588" cy="1739093"/>
          </a:xfrm>
          <a:prstGeom prst="rect">
            <a:avLst/>
          </a:prstGeom>
        </p:spPr>
      </p:pic>
      <p:sp>
        <p:nvSpPr>
          <p:cNvPr id="13" name="Picture Placeholder 5"/>
          <p:cNvSpPr>
            <a:spLocks noGrp="1"/>
          </p:cNvSpPr>
          <p:nvPr>
            <p:ph type="pic" sz="quarter" idx="11" hasCustomPrompt="1"/>
          </p:nvPr>
        </p:nvSpPr>
        <p:spPr>
          <a:xfrm>
            <a:off x="829708" y="2404534"/>
            <a:ext cx="9459088" cy="5121200"/>
          </a:xfrm>
        </p:spPr>
        <p:txBody>
          <a:bodyPr/>
          <a:lstStyle/>
          <a:p>
            <a:r>
              <a:rPr lang="en-US" dirty="0"/>
              <a:t>Click on this icon to insert a graphic.</a:t>
            </a:r>
          </a:p>
        </p:txBody>
      </p:sp>
      <p:sp>
        <p:nvSpPr>
          <p:cNvPr id="20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graphic slide with a title and optional annotation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pic>
        <p:nvPicPr>
          <p:cNvPr id="24" name="Picture 23" descr="green-bar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26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102D3DB-503D-3E14-3C6C-46925F4479DB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" name="Freeform 221">
              <a:extLst>
                <a:ext uri="{FF2B5EF4-FFF2-40B4-BE49-F238E27FC236}">
                  <a16:creationId xmlns:a16="http://schemas.microsoft.com/office/drawing/2014/main" id="{5D86CFE5-3DB6-B0F1-B1BF-3AE13981ED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" name="Freeform 222">
              <a:extLst>
                <a:ext uri="{FF2B5EF4-FFF2-40B4-BE49-F238E27FC236}">
                  <a16:creationId xmlns:a16="http://schemas.microsoft.com/office/drawing/2014/main" id="{D20E14BC-9F1F-9986-6F96-521102611DC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Rectangle 223">
              <a:extLst>
                <a:ext uri="{FF2B5EF4-FFF2-40B4-BE49-F238E27FC236}">
                  <a16:creationId xmlns:a16="http://schemas.microsoft.com/office/drawing/2014/main" id="{1D751152-D7E4-17C5-F982-7F99CF78037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Freeform 224">
              <a:extLst>
                <a:ext uri="{FF2B5EF4-FFF2-40B4-BE49-F238E27FC236}">
                  <a16:creationId xmlns:a16="http://schemas.microsoft.com/office/drawing/2014/main" id="{7490D098-0B26-4E8E-0982-006A134B8F7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Freeform 225">
              <a:extLst>
                <a:ext uri="{FF2B5EF4-FFF2-40B4-BE49-F238E27FC236}">
                  <a16:creationId xmlns:a16="http://schemas.microsoft.com/office/drawing/2014/main" id="{B6CE28E7-38F9-2146-37A7-D1B4C14EE1F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Freeform 226">
              <a:extLst>
                <a:ext uri="{FF2B5EF4-FFF2-40B4-BE49-F238E27FC236}">
                  <a16:creationId xmlns:a16="http://schemas.microsoft.com/office/drawing/2014/main" id="{8B5F61CA-0E37-69E1-4FCC-183237FE97C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Freeform 227">
              <a:extLst>
                <a:ext uri="{FF2B5EF4-FFF2-40B4-BE49-F238E27FC236}">
                  <a16:creationId xmlns:a16="http://schemas.microsoft.com/office/drawing/2014/main" id="{CC938675-0136-0EF7-9362-8F18D7F7E83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Freeform 228">
              <a:extLst>
                <a:ext uri="{FF2B5EF4-FFF2-40B4-BE49-F238E27FC236}">
                  <a16:creationId xmlns:a16="http://schemas.microsoft.com/office/drawing/2014/main" id="{EEC4DE78-0040-388D-7A27-78FFE9E8B4F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229">
              <a:extLst>
                <a:ext uri="{FF2B5EF4-FFF2-40B4-BE49-F238E27FC236}">
                  <a16:creationId xmlns:a16="http://schemas.microsoft.com/office/drawing/2014/main" id="{02A7504C-049A-741D-6E2F-0A542456BAB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230">
              <a:extLst>
                <a:ext uri="{FF2B5EF4-FFF2-40B4-BE49-F238E27FC236}">
                  <a16:creationId xmlns:a16="http://schemas.microsoft.com/office/drawing/2014/main" id="{2E1B0D6D-2B81-84EF-D129-D9B506924BD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231">
              <a:extLst>
                <a:ext uri="{FF2B5EF4-FFF2-40B4-BE49-F238E27FC236}">
                  <a16:creationId xmlns:a16="http://schemas.microsoft.com/office/drawing/2014/main" id="{6B426A81-547E-0AAE-98D0-D016BE2C6B0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Freeform 232">
              <a:extLst>
                <a:ext uri="{FF2B5EF4-FFF2-40B4-BE49-F238E27FC236}">
                  <a16:creationId xmlns:a16="http://schemas.microsoft.com/office/drawing/2014/main" id="{6A48F9FF-39DD-0400-D0D2-92DDDC476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Freeform 233">
              <a:extLst>
                <a:ext uri="{FF2B5EF4-FFF2-40B4-BE49-F238E27FC236}">
                  <a16:creationId xmlns:a16="http://schemas.microsoft.com/office/drawing/2014/main" id="{0D395C99-E7E5-AF03-9EB0-9B2E051899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Freeform 234">
              <a:extLst>
                <a:ext uri="{FF2B5EF4-FFF2-40B4-BE49-F238E27FC236}">
                  <a16:creationId xmlns:a16="http://schemas.microsoft.com/office/drawing/2014/main" id="{D2B271E4-4809-AAF5-883E-9FC0B54484E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Freeform 235">
              <a:extLst>
                <a:ext uri="{FF2B5EF4-FFF2-40B4-BE49-F238E27FC236}">
                  <a16:creationId xmlns:a16="http://schemas.microsoft.com/office/drawing/2014/main" id="{25866276-9845-236C-A112-0E66831291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Freeform 236">
              <a:extLst>
                <a:ext uri="{FF2B5EF4-FFF2-40B4-BE49-F238E27FC236}">
                  <a16:creationId xmlns:a16="http://schemas.microsoft.com/office/drawing/2014/main" id="{17C4E8E2-B131-8C14-36BE-3585D02EEE7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Freeform 237">
              <a:extLst>
                <a:ext uri="{FF2B5EF4-FFF2-40B4-BE49-F238E27FC236}">
                  <a16:creationId xmlns:a16="http://schemas.microsoft.com/office/drawing/2014/main" id="{0B5A9E48-F7CB-CC44-3B21-11FC852EFB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Freeform 238">
              <a:extLst>
                <a:ext uri="{FF2B5EF4-FFF2-40B4-BE49-F238E27FC236}">
                  <a16:creationId xmlns:a16="http://schemas.microsoft.com/office/drawing/2014/main" id="{3FD234D2-8466-C31E-0E74-FC79A4D78CB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Rectangle 239">
              <a:extLst>
                <a:ext uri="{FF2B5EF4-FFF2-40B4-BE49-F238E27FC236}">
                  <a16:creationId xmlns:a16="http://schemas.microsoft.com/office/drawing/2014/main" id="{6350449E-301A-858B-F700-E19C86D26F3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40">
              <a:extLst>
                <a:ext uri="{FF2B5EF4-FFF2-40B4-BE49-F238E27FC236}">
                  <a16:creationId xmlns:a16="http://schemas.microsoft.com/office/drawing/2014/main" id="{2A9DC18E-9A94-A013-101A-10C1DB5006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41">
              <a:extLst>
                <a:ext uri="{FF2B5EF4-FFF2-40B4-BE49-F238E27FC236}">
                  <a16:creationId xmlns:a16="http://schemas.microsoft.com/office/drawing/2014/main" id="{C18ED71D-5258-CAA6-6A62-8E97652914A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42">
              <a:extLst>
                <a:ext uri="{FF2B5EF4-FFF2-40B4-BE49-F238E27FC236}">
                  <a16:creationId xmlns:a16="http://schemas.microsoft.com/office/drawing/2014/main" id="{68B03FFF-C36F-68B0-0BA3-5FA93D9B9D6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56130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r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een-bar.eps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31201"/>
            <a:ext cx="16256000" cy="819342"/>
          </a:xfrm>
          <a:prstGeom prst="rect">
            <a:avLst/>
          </a:prstGeom>
        </p:spPr>
      </p:pic>
      <p:sp>
        <p:nvSpPr>
          <p:cNvPr id="13" name="Slide Number Placeholder 8"/>
          <p:cNvSpPr>
            <a:spLocks noGrp="1"/>
          </p:cNvSpPr>
          <p:nvPr>
            <p:ph type="sldNum" sz="quarter" idx="19"/>
          </p:nvPr>
        </p:nvSpPr>
        <p:spPr>
          <a:xfrm>
            <a:off x="199082" y="8497455"/>
            <a:ext cx="529132" cy="486834"/>
          </a:xfr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fld id="{DEF3F5F5-7776-394F-A41F-3BAFC9CC9F8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812881" y="768365"/>
            <a:ext cx="9475914" cy="1335973"/>
          </a:xfrm>
        </p:spPr>
        <p:txBody>
          <a:bodyPr anchor="t">
            <a:noAutofit/>
          </a:bodyPr>
          <a:lstStyle>
            <a:lvl1pPr>
              <a:defRPr sz="4800" b="1"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This is a chart or table slide with optional annotation</a:t>
            </a:r>
            <a:endParaRPr lang="en-US" dirty="0"/>
          </a:p>
        </p:txBody>
      </p:sp>
      <p:sp>
        <p:nvSpPr>
          <p:cNvPr id="17" name="Table Placeholder 3"/>
          <p:cNvSpPr>
            <a:spLocks noGrp="1"/>
          </p:cNvSpPr>
          <p:nvPr>
            <p:ph type="tbl" sz="quarter" idx="20" hasCustomPrompt="1"/>
          </p:nvPr>
        </p:nvSpPr>
        <p:spPr>
          <a:xfrm>
            <a:off x="812800" y="2405063"/>
            <a:ext cx="9475788" cy="5121275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on the icon to insert a table or chart.</a:t>
            </a:r>
          </a:p>
        </p:txBody>
      </p:sp>
      <p:sp>
        <p:nvSpPr>
          <p:cNvPr id="18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13104841" y="735011"/>
            <a:ext cx="2339868" cy="6800322"/>
          </a:xfrm>
        </p:spPr>
        <p:txBody>
          <a:bodyPr/>
          <a:lstStyle>
            <a:lvl1pPr>
              <a:spcBef>
                <a:spcPts val="1700"/>
              </a:spcBef>
              <a:defRPr sz="2100">
                <a:solidFill>
                  <a:srgbClr val="599A83"/>
                </a:solidFill>
              </a:defRPr>
            </a:lvl1pPr>
          </a:lstStyle>
          <a:p>
            <a:pPr lvl="0"/>
            <a:r>
              <a:rPr lang="en-CA" dirty="0"/>
              <a:t>An optional annotation or extra information text box</a:t>
            </a:r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58DA341-B613-E6C6-2E18-6912946BC183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1CB940DE-3FE7-0FF8-547C-D90BAEAE50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269C486F-56FF-B71D-CBEC-E329B7CBF4A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C8F737B2-D9CA-6417-3C1E-DDD4B33BFF0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700C90F3-EA48-AA6D-3458-F2899EC5A00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AB03B639-1BE3-A9DE-6338-17A18C5CDF2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EF2AF041-48CC-76D8-D97D-649184C713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F0E96C64-3CED-60D4-1B3C-5E8A874B20A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FA5BD23B-B33F-77C1-8B69-AE774DF2E5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E8111A7E-CCDF-DCCF-F198-4E1B8400B7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27786A71-2EE7-BF13-D76A-D6C92D2718D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F524BF5F-563E-00BE-59BE-0FFD49A3A47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BA7AA999-1BEE-32D5-2CC5-3FBBACF03D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8D282E2D-E995-4339-0657-795B283CC14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02F8F377-455B-0E9A-D48B-F004C8AEDF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A0BA3D11-C34E-A22F-8BE6-50119C3699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3E8F8BE4-AEFA-C0E0-D9F0-87DD66A10D5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CD9A5E48-71C3-0BA9-E90A-179A601DDB1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D48AD15C-8155-5350-5E58-3931C737C82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ECBFF016-62F9-BAE1-00C3-2DF0199CB2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A2D46221-2D31-DCE5-37D9-EB99B18B4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01088477-B2A1-3A3A-E1CB-B17A20BB1A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869D463C-97AA-0427-34B2-103FA7431F7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980234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ro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 descr="curtain-100.eps">
            <a:extLst>
              <a:ext uri="{FF2B5EF4-FFF2-40B4-BE49-F238E27FC236}">
                <a16:creationId xmlns:a16="http://schemas.microsoft.com/office/drawing/2014/main" id="{54C10B2F-BF25-C43A-0F0C-DB4F79D335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948421" y="3117806"/>
            <a:ext cx="10360746" cy="2612172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800" baseline="0">
                <a:solidFill>
                  <a:schemeClr val="accent5"/>
                </a:solidFill>
              </a:defRPr>
            </a:lvl1pPr>
            <a:lvl2pPr marL="7815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5631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3447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1263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90791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689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471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2526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CA" dirty="0"/>
              <a:t>Questions? Put your contact prompt message and your email here.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320943" y="2082794"/>
            <a:ext cx="9615704" cy="1018079"/>
          </a:xfrm>
        </p:spPr>
        <p:txBody>
          <a:bodyPr anchor="b"/>
          <a:lstStyle>
            <a:lvl1pPr algn="ctr">
              <a:defRPr baseline="0">
                <a:solidFill>
                  <a:srgbClr val="00673E"/>
                </a:solidFill>
              </a:defRPr>
            </a:lvl1pPr>
          </a:lstStyle>
          <a:p>
            <a:r>
              <a:rPr lang="en-CA" dirty="0"/>
              <a:t>Thank you message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3320941" y="6017839"/>
            <a:ext cx="9615706" cy="462413"/>
          </a:xfrm>
        </p:spPr>
        <p:txBody>
          <a:bodyPr anchor="t"/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pPr lvl="0"/>
            <a:r>
              <a:rPr lang="en-CA" dirty="0"/>
              <a:t>www.algonquincollege.com/coop-career-centre/</a:t>
            </a:r>
            <a:endParaRPr lang="en-US" dirty="0"/>
          </a:p>
        </p:txBody>
      </p:sp>
      <p:pic>
        <p:nvPicPr>
          <p:cNvPr id="13" name="Picture 12" descr="ac-icon-green.eps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683" y="828547"/>
            <a:ext cx="635142" cy="467999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FA39C019-4E87-F630-1EC2-66E5B98E2DF0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31" name="Freeform 221">
              <a:extLst>
                <a:ext uri="{FF2B5EF4-FFF2-40B4-BE49-F238E27FC236}">
                  <a16:creationId xmlns:a16="http://schemas.microsoft.com/office/drawing/2014/main" id="{BB2B9CCC-3EC4-F6BE-2B27-A2AD19745C1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2">
              <a:extLst>
                <a:ext uri="{FF2B5EF4-FFF2-40B4-BE49-F238E27FC236}">
                  <a16:creationId xmlns:a16="http://schemas.microsoft.com/office/drawing/2014/main" id="{DFBBAE96-6529-FFB8-ACAF-F7AA7B078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Rectangle 223">
              <a:extLst>
                <a:ext uri="{FF2B5EF4-FFF2-40B4-BE49-F238E27FC236}">
                  <a16:creationId xmlns:a16="http://schemas.microsoft.com/office/drawing/2014/main" id="{81F258EB-3DF7-E1EC-C409-0849FA55DC5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4">
              <a:extLst>
                <a:ext uri="{FF2B5EF4-FFF2-40B4-BE49-F238E27FC236}">
                  <a16:creationId xmlns:a16="http://schemas.microsoft.com/office/drawing/2014/main" id="{33582AA5-5ECD-2652-14D5-4A9F7C3E901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5">
              <a:extLst>
                <a:ext uri="{FF2B5EF4-FFF2-40B4-BE49-F238E27FC236}">
                  <a16:creationId xmlns:a16="http://schemas.microsoft.com/office/drawing/2014/main" id="{2CDA7C96-11B1-7441-DA58-4239C68A59D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6">
              <a:extLst>
                <a:ext uri="{FF2B5EF4-FFF2-40B4-BE49-F238E27FC236}">
                  <a16:creationId xmlns:a16="http://schemas.microsoft.com/office/drawing/2014/main" id="{14D05BFF-3081-AE5A-5E03-7668069871D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7">
              <a:extLst>
                <a:ext uri="{FF2B5EF4-FFF2-40B4-BE49-F238E27FC236}">
                  <a16:creationId xmlns:a16="http://schemas.microsoft.com/office/drawing/2014/main" id="{6424046F-CB14-60EF-CBF7-C3A10E6453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28">
              <a:extLst>
                <a:ext uri="{FF2B5EF4-FFF2-40B4-BE49-F238E27FC236}">
                  <a16:creationId xmlns:a16="http://schemas.microsoft.com/office/drawing/2014/main" id="{3F1B8262-1EAB-962D-A6B2-CF0A4849075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29">
              <a:extLst>
                <a:ext uri="{FF2B5EF4-FFF2-40B4-BE49-F238E27FC236}">
                  <a16:creationId xmlns:a16="http://schemas.microsoft.com/office/drawing/2014/main" id="{DCA44647-51C6-9D84-42D8-BFF4104D472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0">
              <a:extLst>
                <a:ext uri="{FF2B5EF4-FFF2-40B4-BE49-F238E27FC236}">
                  <a16:creationId xmlns:a16="http://schemas.microsoft.com/office/drawing/2014/main" id="{5CC560ED-AD12-E4EE-CBBD-F26D87811D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1">
              <a:extLst>
                <a:ext uri="{FF2B5EF4-FFF2-40B4-BE49-F238E27FC236}">
                  <a16:creationId xmlns:a16="http://schemas.microsoft.com/office/drawing/2014/main" id="{3CE18128-E860-9225-7930-BF7C9F62DC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2">
              <a:extLst>
                <a:ext uri="{FF2B5EF4-FFF2-40B4-BE49-F238E27FC236}">
                  <a16:creationId xmlns:a16="http://schemas.microsoft.com/office/drawing/2014/main" id="{8B261DA6-F527-D7DC-5690-687AD57CA1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3">
              <a:extLst>
                <a:ext uri="{FF2B5EF4-FFF2-40B4-BE49-F238E27FC236}">
                  <a16:creationId xmlns:a16="http://schemas.microsoft.com/office/drawing/2014/main" id="{7007EF35-1174-A118-6A1D-0306A07C10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4">
              <a:extLst>
                <a:ext uri="{FF2B5EF4-FFF2-40B4-BE49-F238E27FC236}">
                  <a16:creationId xmlns:a16="http://schemas.microsoft.com/office/drawing/2014/main" id="{28ADA499-ABB4-F885-236B-38C9E7FB56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5">
              <a:extLst>
                <a:ext uri="{FF2B5EF4-FFF2-40B4-BE49-F238E27FC236}">
                  <a16:creationId xmlns:a16="http://schemas.microsoft.com/office/drawing/2014/main" id="{8EB5DE89-407B-DF8C-885E-118BA71DC7B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6">
              <a:extLst>
                <a:ext uri="{FF2B5EF4-FFF2-40B4-BE49-F238E27FC236}">
                  <a16:creationId xmlns:a16="http://schemas.microsoft.com/office/drawing/2014/main" id="{9BC061FD-0E73-582D-606B-8363CB31B6E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37">
              <a:extLst>
                <a:ext uri="{FF2B5EF4-FFF2-40B4-BE49-F238E27FC236}">
                  <a16:creationId xmlns:a16="http://schemas.microsoft.com/office/drawing/2014/main" id="{83636087-FC1C-3589-B0E4-18CAB6121C6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38">
              <a:extLst>
                <a:ext uri="{FF2B5EF4-FFF2-40B4-BE49-F238E27FC236}">
                  <a16:creationId xmlns:a16="http://schemas.microsoft.com/office/drawing/2014/main" id="{0FAF0799-52E5-B75F-181B-C7C5E93BDC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Rectangle 239">
              <a:extLst>
                <a:ext uri="{FF2B5EF4-FFF2-40B4-BE49-F238E27FC236}">
                  <a16:creationId xmlns:a16="http://schemas.microsoft.com/office/drawing/2014/main" id="{64C65EF2-63FF-E221-5782-A8C9B11E159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0">
              <a:extLst>
                <a:ext uri="{FF2B5EF4-FFF2-40B4-BE49-F238E27FC236}">
                  <a16:creationId xmlns:a16="http://schemas.microsoft.com/office/drawing/2014/main" id="{C318A5D7-5160-BF97-A44D-5AC1CF0118D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1" name="Freeform 241">
              <a:extLst>
                <a:ext uri="{FF2B5EF4-FFF2-40B4-BE49-F238E27FC236}">
                  <a16:creationId xmlns:a16="http://schemas.microsoft.com/office/drawing/2014/main" id="{837051E3-862D-5188-66DA-7047F391EE3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2" name="Freeform 242">
              <a:extLst>
                <a:ext uri="{FF2B5EF4-FFF2-40B4-BE49-F238E27FC236}">
                  <a16:creationId xmlns:a16="http://schemas.microsoft.com/office/drawing/2014/main" id="{3A79DBA9-4125-0159-ECF1-3F8CFC9ADB1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52650834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ssion Statem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49" descr="curtain-100.eps">
            <a:extLst>
              <a:ext uri="{FF2B5EF4-FFF2-40B4-BE49-F238E27FC236}">
                <a16:creationId xmlns:a16="http://schemas.microsoft.com/office/drawing/2014/main" id="{6A418236-C89E-3FB2-8C49-1BA8E5659B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84388" y="1912435"/>
            <a:ext cx="12088812" cy="3625798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BBC1AE21-CAFD-F59F-AC83-27A5D5BB926A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8" name="Freeform 221">
              <a:extLst>
                <a:ext uri="{FF2B5EF4-FFF2-40B4-BE49-F238E27FC236}">
                  <a16:creationId xmlns:a16="http://schemas.microsoft.com/office/drawing/2014/main" id="{88BB1230-8595-D481-818F-6BD5F65F3D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9" name="Freeform 222">
              <a:extLst>
                <a:ext uri="{FF2B5EF4-FFF2-40B4-BE49-F238E27FC236}">
                  <a16:creationId xmlns:a16="http://schemas.microsoft.com/office/drawing/2014/main" id="{69DB9480-C810-0425-5148-725B7911D36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Rectangle 223">
              <a:extLst>
                <a:ext uri="{FF2B5EF4-FFF2-40B4-BE49-F238E27FC236}">
                  <a16:creationId xmlns:a16="http://schemas.microsoft.com/office/drawing/2014/main" id="{08C88BF5-09BC-2792-74B1-3AFE695E894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Freeform 224">
              <a:extLst>
                <a:ext uri="{FF2B5EF4-FFF2-40B4-BE49-F238E27FC236}">
                  <a16:creationId xmlns:a16="http://schemas.microsoft.com/office/drawing/2014/main" id="{E134F21E-8C3B-70D6-38F2-71CF2EE2B3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5">
              <a:extLst>
                <a:ext uri="{FF2B5EF4-FFF2-40B4-BE49-F238E27FC236}">
                  <a16:creationId xmlns:a16="http://schemas.microsoft.com/office/drawing/2014/main" id="{B057DDD1-022C-4438-EBA8-9B633FB835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6">
              <a:extLst>
                <a:ext uri="{FF2B5EF4-FFF2-40B4-BE49-F238E27FC236}">
                  <a16:creationId xmlns:a16="http://schemas.microsoft.com/office/drawing/2014/main" id="{50011134-F88A-B9D5-F930-2BAE757148E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7">
              <a:extLst>
                <a:ext uri="{FF2B5EF4-FFF2-40B4-BE49-F238E27FC236}">
                  <a16:creationId xmlns:a16="http://schemas.microsoft.com/office/drawing/2014/main" id="{1AA69CF2-A78F-0C4E-F7DB-75888CC4EAD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8">
              <a:extLst>
                <a:ext uri="{FF2B5EF4-FFF2-40B4-BE49-F238E27FC236}">
                  <a16:creationId xmlns:a16="http://schemas.microsoft.com/office/drawing/2014/main" id="{C65CAF29-5C83-9CDE-3D8F-EED8E456151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9">
              <a:extLst>
                <a:ext uri="{FF2B5EF4-FFF2-40B4-BE49-F238E27FC236}">
                  <a16:creationId xmlns:a16="http://schemas.microsoft.com/office/drawing/2014/main" id="{F72744D4-2FE4-A0AF-632C-3D24132112A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30">
              <a:extLst>
                <a:ext uri="{FF2B5EF4-FFF2-40B4-BE49-F238E27FC236}">
                  <a16:creationId xmlns:a16="http://schemas.microsoft.com/office/drawing/2014/main" id="{7B37E11E-04EA-9BE1-195C-75CDDEBC4DE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1">
              <a:extLst>
                <a:ext uri="{FF2B5EF4-FFF2-40B4-BE49-F238E27FC236}">
                  <a16:creationId xmlns:a16="http://schemas.microsoft.com/office/drawing/2014/main" id="{556B1992-951C-C5D8-C629-98B764870C7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2">
              <a:extLst>
                <a:ext uri="{FF2B5EF4-FFF2-40B4-BE49-F238E27FC236}">
                  <a16:creationId xmlns:a16="http://schemas.microsoft.com/office/drawing/2014/main" id="{FED4312B-FA45-A99F-E951-C6E056C6426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3">
              <a:extLst>
                <a:ext uri="{FF2B5EF4-FFF2-40B4-BE49-F238E27FC236}">
                  <a16:creationId xmlns:a16="http://schemas.microsoft.com/office/drawing/2014/main" id="{E4D926A3-4B68-507A-9859-8936B0013B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4">
              <a:extLst>
                <a:ext uri="{FF2B5EF4-FFF2-40B4-BE49-F238E27FC236}">
                  <a16:creationId xmlns:a16="http://schemas.microsoft.com/office/drawing/2014/main" id="{830ED208-4A92-CD96-D890-0AC807A6997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5">
              <a:extLst>
                <a:ext uri="{FF2B5EF4-FFF2-40B4-BE49-F238E27FC236}">
                  <a16:creationId xmlns:a16="http://schemas.microsoft.com/office/drawing/2014/main" id="{8634C3A4-DD2A-DB48-F44F-7288EBC7B7A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6">
              <a:extLst>
                <a:ext uri="{FF2B5EF4-FFF2-40B4-BE49-F238E27FC236}">
                  <a16:creationId xmlns:a16="http://schemas.microsoft.com/office/drawing/2014/main" id="{358E1744-41FC-5287-A0C8-59E52D53EC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7">
              <a:extLst>
                <a:ext uri="{FF2B5EF4-FFF2-40B4-BE49-F238E27FC236}">
                  <a16:creationId xmlns:a16="http://schemas.microsoft.com/office/drawing/2014/main" id="{D7ABA206-F3CB-6CA0-FB05-A98DB2DBF97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id="{BC27C358-AEAE-3E4B-96DD-08FE2A693E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Rectangle 239">
              <a:extLst>
                <a:ext uri="{FF2B5EF4-FFF2-40B4-BE49-F238E27FC236}">
                  <a16:creationId xmlns:a16="http://schemas.microsoft.com/office/drawing/2014/main" id="{18EB9F64-E99C-792D-AA3D-50DB9F35CB0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240">
              <a:extLst>
                <a:ext uri="{FF2B5EF4-FFF2-40B4-BE49-F238E27FC236}">
                  <a16:creationId xmlns:a16="http://schemas.microsoft.com/office/drawing/2014/main" id="{1F03E07C-775E-4FDF-7950-381312DF38D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1">
              <a:extLst>
                <a:ext uri="{FF2B5EF4-FFF2-40B4-BE49-F238E27FC236}">
                  <a16:creationId xmlns:a16="http://schemas.microsoft.com/office/drawing/2014/main" id="{81F97A57-C794-B7E3-2909-EF5A43B27A9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2">
              <a:extLst>
                <a:ext uri="{FF2B5EF4-FFF2-40B4-BE49-F238E27FC236}">
                  <a16:creationId xmlns:a16="http://schemas.microsoft.com/office/drawing/2014/main" id="{3437EDC5-72FD-02B7-AB0D-291CAE2FA9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B9BF6F-B793-6227-D38F-1B2409D9F89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7E36B2-3136-AFBE-505B-3A77B423BC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33587" y="861116"/>
            <a:ext cx="11590413" cy="5652344"/>
          </a:xfrm>
          <a:prstGeom prst="rect">
            <a:avLst/>
          </a:prstGeom>
        </p:spPr>
      </p:pic>
      <p:pic>
        <p:nvPicPr>
          <p:cNvPr id="8" name="Picture 7" descr="curtain-100.eps">
            <a:extLst>
              <a:ext uri="{FF2B5EF4-FFF2-40B4-BE49-F238E27FC236}">
                <a16:creationId xmlns:a16="http://schemas.microsoft.com/office/drawing/2014/main" id="{5ACFF3E0-3B48-E16B-B9A4-A1D9B7FC048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63804"/>
            <a:ext cx="16276079" cy="1780196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2CDA33D3-20F9-0A1E-AF24-14D4A6B34662}"/>
              </a:ext>
            </a:extLst>
          </p:cNvPr>
          <p:cNvGrpSpPr/>
          <p:nvPr userDrawn="1"/>
        </p:nvGrpSpPr>
        <p:grpSpPr>
          <a:xfrm>
            <a:off x="13642719" y="8544601"/>
            <a:ext cx="2337051" cy="407888"/>
            <a:chOff x="609600" y="3803651"/>
            <a:chExt cx="5248276" cy="915988"/>
          </a:xfrm>
          <a:solidFill>
            <a:schemeClr val="bg1"/>
          </a:solidFill>
        </p:grpSpPr>
        <p:sp>
          <p:nvSpPr>
            <p:cNvPr id="29" name="Freeform 221">
              <a:extLst>
                <a:ext uri="{FF2B5EF4-FFF2-40B4-BE49-F238E27FC236}">
                  <a16:creationId xmlns:a16="http://schemas.microsoft.com/office/drawing/2014/main" id="{9A5451C6-6D0D-7ABA-A3C6-203F25E1215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3821114"/>
              <a:ext cx="327025" cy="376238"/>
            </a:xfrm>
            <a:custGeom>
              <a:avLst/>
              <a:gdLst>
                <a:gd name="T0" fmla="*/ 189 w 206"/>
                <a:gd name="T1" fmla="*/ 213 h 237"/>
                <a:gd name="T2" fmla="*/ 168 w 206"/>
                <a:gd name="T3" fmla="*/ 226 h 237"/>
                <a:gd name="T4" fmla="*/ 156 w 206"/>
                <a:gd name="T5" fmla="*/ 231 h 237"/>
                <a:gd name="T6" fmla="*/ 144 w 206"/>
                <a:gd name="T7" fmla="*/ 234 h 237"/>
                <a:gd name="T8" fmla="*/ 116 w 206"/>
                <a:gd name="T9" fmla="*/ 237 h 237"/>
                <a:gd name="T10" fmla="*/ 102 w 206"/>
                <a:gd name="T11" fmla="*/ 237 h 237"/>
                <a:gd name="T12" fmla="*/ 80 w 206"/>
                <a:gd name="T13" fmla="*/ 232 h 237"/>
                <a:gd name="T14" fmla="*/ 70 w 206"/>
                <a:gd name="T15" fmla="*/ 228 h 237"/>
                <a:gd name="T16" fmla="*/ 50 w 206"/>
                <a:gd name="T17" fmla="*/ 217 h 237"/>
                <a:gd name="T18" fmla="*/ 32 w 206"/>
                <a:gd name="T19" fmla="*/ 203 h 237"/>
                <a:gd name="T20" fmla="*/ 25 w 206"/>
                <a:gd name="T21" fmla="*/ 195 h 237"/>
                <a:gd name="T22" fmla="*/ 13 w 206"/>
                <a:gd name="T23" fmla="*/ 176 h 237"/>
                <a:gd name="T24" fmla="*/ 9 w 206"/>
                <a:gd name="T25" fmla="*/ 165 h 237"/>
                <a:gd name="T26" fmla="*/ 3 w 206"/>
                <a:gd name="T27" fmla="*/ 143 h 237"/>
                <a:gd name="T28" fmla="*/ 0 w 206"/>
                <a:gd name="T29" fmla="*/ 119 h 237"/>
                <a:gd name="T30" fmla="*/ 1 w 206"/>
                <a:gd name="T31" fmla="*/ 107 h 237"/>
                <a:gd name="T32" fmla="*/ 6 w 206"/>
                <a:gd name="T33" fmla="*/ 83 h 237"/>
                <a:gd name="T34" fmla="*/ 9 w 206"/>
                <a:gd name="T35" fmla="*/ 73 h 237"/>
                <a:gd name="T36" fmla="*/ 19 w 206"/>
                <a:gd name="T37" fmla="*/ 52 h 237"/>
                <a:gd name="T38" fmla="*/ 32 w 206"/>
                <a:gd name="T39" fmla="*/ 34 h 237"/>
                <a:gd name="T40" fmla="*/ 41 w 206"/>
                <a:gd name="T41" fmla="*/ 27 h 237"/>
                <a:gd name="T42" fmla="*/ 59 w 206"/>
                <a:gd name="T43" fmla="*/ 15 h 237"/>
                <a:gd name="T44" fmla="*/ 70 w 206"/>
                <a:gd name="T45" fmla="*/ 9 h 237"/>
                <a:gd name="T46" fmla="*/ 92 w 206"/>
                <a:gd name="T47" fmla="*/ 3 h 237"/>
                <a:gd name="T48" fmla="*/ 116 w 206"/>
                <a:gd name="T49" fmla="*/ 0 h 237"/>
                <a:gd name="T50" fmla="*/ 131 w 206"/>
                <a:gd name="T51" fmla="*/ 0 h 237"/>
                <a:gd name="T52" fmla="*/ 144 w 206"/>
                <a:gd name="T53" fmla="*/ 3 h 237"/>
                <a:gd name="T54" fmla="*/ 168 w 206"/>
                <a:gd name="T55" fmla="*/ 10 h 237"/>
                <a:gd name="T56" fmla="*/ 178 w 206"/>
                <a:gd name="T57" fmla="*/ 15 h 237"/>
                <a:gd name="T58" fmla="*/ 187 w 206"/>
                <a:gd name="T59" fmla="*/ 21 h 237"/>
                <a:gd name="T60" fmla="*/ 187 w 206"/>
                <a:gd name="T61" fmla="*/ 55 h 237"/>
                <a:gd name="T62" fmla="*/ 172 w 206"/>
                <a:gd name="T63" fmla="*/ 43 h 237"/>
                <a:gd name="T64" fmla="*/ 156 w 206"/>
                <a:gd name="T65" fmla="*/ 33 h 237"/>
                <a:gd name="T66" fmla="*/ 138 w 206"/>
                <a:gd name="T67" fmla="*/ 27 h 237"/>
                <a:gd name="T68" fmla="*/ 116 w 206"/>
                <a:gd name="T69" fmla="*/ 24 h 237"/>
                <a:gd name="T70" fmla="*/ 107 w 206"/>
                <a:gd name="T71" fmla="*/ 24 h 237"/>
                <a:gd name="T72" fmla="*/ 89 w 206"/>
                <a:gd name="T73" fmla="*/ 28 h 237"/>
                <a:gd name="T74" fmla="*/ 80 w 206"/>
                <a:gd name="T75" fmla="*/ 31 h 237"/>
                <a:gd name="T76" fmla="*/ 52 w 206"/>
                <a:gd name="T77" fmla="*/ 51 h 237"/>
                <a:gd name="T78" fmla="*/ 41 w 206"/>
                <a:gd name="T79" fmla="*/ 65 h 237"/>
                <a:gd name="T80" fmla="*/ 34 w 206"/>
                <a:gd name="T81" fmla="*/ 80 h 237"/>
                <a:gd name="T82" fmla="*/ 29 w 206"/>
                <a:gd name="T83" fmla="*/ 100 h 237"/>
                <a:gd name="T84" fmla="*/ 26 w 206"/>
                <a:gd name="T85" fmla="*/ 118 h 237"/>
                <a:gd name="T86" fmla="*/ 31 w 206"/>
                <a:gd name="T87" fmla="*/ 147 h 237"/>
                <a:gd name="T88" fmla="*/ 34 w 206"/>
                <a:gd name="T89" fmla="*/ 156 h 237"/>
                <a:gd name="T90" fmla="*/ 52 w 206"/>
                <a:gd name="T91" fmla="*/ 186 h 237"/>
                <a:gd name="T92" fmla="*/ 65 w 206"/>
                <a:gd name="T93" fmla="*/ 198 h 237"/>
                <a:gd name="T94" fmla="*/ 80 w 206"/>
                <a:gd name="T95" fmla="*/ 206 h 237"/>
                <a:gd name="T96" fmla="*/ 98 w 206"/>
                <a:gd name="T97" fmla="*/ 212 h 237"/>
                <a:gd name="T98" fmla="*/ 116 w 206"/>
                <a:gd name="T99" fmla="*/ 213 h 237"/>
                <a:gd name="T100" fmla="*/ 128 w 206"/>
                <a:gd name="T101" fmla="*/ 213 h 237"/>
                <a:gd name="T102" fmla="*/ 147 w 206"/>
                <a:gd name="T103" fmla="*/ 209 h 237"/>
                <a:gd name="T104" fmla="*/ 156 w 206"/>
                <a:gd name="T105" fmla="*/ 206 h 237"/>
                <a:gd name="T106" fmla="*/ 190 w 206"/>
                <a:gd name="T107" fmla="*/ 180 h 237"/>
                <a:gd name="T108" fmla="*/ 206 w 206"/>
                <a:gd name="T109" fmla="*/ 197 h 237"/>
                <a:gd name="T110" fmla="*/ 189 w 206"/>
                <a:gd name="T111" fmla="*/ 213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7">
                  <a:moveTo>
                    <a:pt x="189" y="213"/>
                  </a:moveTo>
                  <a:lnTo>
                    <a:pt x="189" y="213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4"/>
                  </a:lnTo>
                  <a:lnTo>
                    <a:pt x="144" y="234"/>
                  </a:lnTo>
                  <a:lnTo>
                    <a:pt x="131" y="237"/>
                  </a:lnTo>
                  <a:lnTo>
                    <a:pt x="116" y="237"/>
                  </a:lnTo>
                  <a:lnTo>
                    <a:pt x="116" y="237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0"/>
                  </a:lnTo>
                  <a:lnTo>
                    <a:pt x="32" y="203"/>
                  </a:lnTo>
                  <a:lnTo>
                    <a:pt x="32" y="203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4"/>
                  </a:lnTo>
                  <a:lnTo>
                    <a:pt x="32" y="34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0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0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1"/>
                  </a:lnTo>
                  <a:lnTo>
                    <a:pt x="187" y="21"/>
                  </a:lnTo>
                  <a:lnTo>
                    <a:pt x="205" y="36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28"/>
                  </a:lnTo>
                  <a:lnTo>
                    <a:pt x="138" y="27"/>
                  </a:lnTo>
                  <a:lnTo>
                    <a:pt x="128" y="24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4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1"/>
                  </a:lnTo>
                  <a:lnTo>
                    <a:pt x="52" y="51"/>
                  </a:lnTo>
                  <a:lnTo>
                    <a:pt x="41" y="65"/>
                  </a:lnTo>
                  <a:lnTo>
                    <a:pt x="34" y="80"/>
                  </a:lnTo>
                  <a:lnTo>
                    <a:pt x="34" y="80"/>
                  </a:lnTo>
                  <a:lnTo>
                    <a:pt x="31" y="89"/>
                  </a:lnTo>
                  <a:lnTo>
                    <a:pt x="29" y="100"/>
                  </a:lnTo>
                  <a:lnTo>
                    <a:pt x="26" y="118"/>
                  </a:lnTo>
                  <a:lnTo>
                    <a:pt x="26" y="118"/>
                  </a:lnTo>
                  <a:lnTo>
                    <a:pt x="29" y="137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1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6"/>
                  </a:lnTo>
                  <a:lnTo>
                    <a:pt x="80" y="206"/>
                  </a:lnTo>
                  <a:lnTo>
                    <a:pt x="89" y="210"/>
                  </a:lnTo>
                  <a:lnTo>
                    <a:pt x="98" y="212"/>
                  </a:lnTo>
                  <a:lnTo>
                    <a:pt x="107" y="213"/>
                  </a:lnTo>
                  <a:lnTo>
                    <a:pt x="116" y="213"/>
                  </a:lnTo>
                  <a:lnTo>
                    <a:pt x="116" y="213"/>
                  </a:lnTo>
                  <a:lnTo>
                    <a:pt x="128" y="213"/>
                  </a:lnTo>
                  <a:lnTo>
                    <a:pt x="138" y="212"/>
                  </a:lnTo>
                  <a:lnTo>
                    <a:pt x="147" y="209"/>
                  </a:lnTo>
                  <a:lnTo>
                    <a:pt x="156" y="206"/>
                  </a:lnTo>
                  <a:lnTo>
                    <a:pt x="156" y="206"/>
                  </a:lnTo>
                  <a:lnTo>
                    <a:pt x="174" y="194"/>
                  </a:lnTo>
                  <a:lnTo>
                    <a:pt x="190" y="180"/>
                  </a:lnTo>
                  <a:lnTo>
                    <a:pt x="206" y="197"/>
                  </a:lnTo>
                  <a:lnTo>
                    <a:pt x="206" y="197"/>
                  </a:lnTo>
                  <a:lnTo>
                    <a:pt x="197" y="206"/>
                  </a:lnTo>
                  <a:lnTo>
                    <a:pt x="189" y="213"/>
                  </a:lnTo>
                  <a:lnTo>
                    <a:pt x="189" y="21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0" name="Freeform 222">
              <a:extLst>
                <a:ext uri="{FF2B5EF4-FFF2-40B4-BE49-F238E27FC236}">
                  <a16:creationId xmlns:a16="http://schemas.microsoft.com/office/drawing/2014/main" id="{94F18435-4D15-4CB1-6279-49DD971094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8300" y="3917951"/>
              <a:ext cx="279400" cy="279400"/>
            </a:xfrm>
            <a:custGeom>
              <a:avLst/>
              <a:gdLst>
                <a:gd name="T0" fmla="*/ 170 w 176"/>
                <a:gd name="T1" fmla="*/ 122 h 176"/>
                <a:gd name="T2" fmla="*/ 150 w 176"/>
                <a:gd name="T3" fmla="*/ 151 h 176"/>
                <a:gd name="T4" fmla="*/ 139 w 176"/>
                <a:gd name="T5" fmla="*/ 161 h 176"/>
                <a:gd name="T6" fmla="*/ 122 w 176"/>
                <a:gd name="T7" fmla="*/ 170 h 176"/>
                <a:gd name="T8" fmla="*/ 106 w 176"/>
                <a:gd name="T9" fmla="*/ 174 h 176"/>
                <a:gd name="T10" fmla="*/ 88 w 176"/>
                <a:gd name="T11" fmla="*/ 176 h 176"/>
                <a:gd name="T12" fmla="*/ 78 w 176"/>
                <a:gd name="T13" fmla="*/ 176 h 176"/>
                <a:gd name="T14" fmla="*/ 60 w 176"/>
                <a:gd name="T15" fmla="*/ 173 h 176"/>
                <a:gd name="T16" fmla="*/ 52 w 176"/>
                <a:gd name="T17" fmla="*/ 170 h 176"/>
                <a:gd name="T18" fmla="*/ 24 w 176"/>
                <a:gd name="T19" fmla="*/ 151 h 176"/>
                <a:gd name="T20" fmla="*/ 14 w 176"/>
                <a:gd name="T21" fmla="*/ 137 h 176"/>
                <a:gd name="T22" fmla="*/ 6 w 176"/>
                <a:gd name="T23" fmla="*/ 122 h 176"/>
                <a:gd name="T24" fmla="*/ 0 w 176"/>
                <a:gd name="T25" fmla="*/ 88 h 176"/>
                <a:gd name="T26" fmla="*/ 2 w 176"/>
                <a:gd name="T27" fmla="*/ 70 h 176"/>
                <a:gd name="T28" fmla="*/ 6 w 176"/>
                <a:gd name="T29" fmla="*/ 54 h 176"/>
                <a:gd name="T30" fmla="*/ 24 w 176"/>
                <a:gd name="T31" fmla="*/ 25 h 176"/>
                <a:gd name="T32" fmla="*/ 37 w 176"/>
                <a:gd name="T33" fmla="*/ 15 h 176"/>
                <a:gd name="T34" fmla="*/ 52 w 176"/>
                <a:gd name="T35" fmla="*/ 6 h 176"/>
                <a:gd name="T36" fmla="*/ 69 w 176"/>
                <a:gd name="T37" fmla="*/ 1 h 176"/>
                <a:gd name="T38" fmla="*/ 88 w 176"/>
                <a:gd name="T39" fmla="*/ 0 h 176"/>
                <a:gd name="T40" fmla="*/ 97 w 176"/>
                <a:gd name="T41" fmla="*/ 0 h 176"/>
                <a:gd name="T42" fmla="*/ 115 w 176"/>
                <a:gd name="T43" fmla="*/ 3 h 176"/>
                <a:gd name="T44" fmla="*/ 124 w 176"/>
                <a:gd name="T45" fmla="*/ 6 h 176"/>
                <a:gd name="T46" fmla="*/ 150 w 176"/>
                <a:gd name="T47" fmla="*/ 25 h 176"/>
                <a:gd name="T48" fmla="*/ 161 w 176"/>
                <a:gd name="T49" fmla="*/ 39 h 176"/>
                <a:gd name="T50" fmla="*/ 170 w 176"/>
                <a:gd name="T51" fmla="*/ 54 h 176"/>
                <a:gd name="T52" fmla="*/ 176 w 176"/>
                <a:gd name="T53" fmla="*/ 88 h 176"/>
                <a:gd name="T54" fmla="*/ 174 w 176"/>
                <a:gd name="T55" fmla="*/ 106 h 176"/>
                <a:gd name="T56" fmla="*/ 170 w 176"/>
                <a:gd name="T57" fmla="*/ 122 h 176"/>
                <a:gd name="T58" fmla="*/ 146 w 176"/>
                <a:gd name="T59" fmla="*/ 63 h 176"/>
                <a:gd name="T60" fmla="*/ 133 w 176"/>
                <a:gd name="T61" fmla="*/ 42 h 176"/>
                <a:gd name="T62" fmla="*/ 122 w 176"/>
                <a:gd name="T63" fmla="*/ 33 h 176"/>
                <a:gd name="T64" fmla="*/ 112 w 176"/>
                <a:gd name="T65" fmla="*/ 27 h 176"/>
                <a:gd name="T66" fmla="*/ 88 w 176"/>
                <a:gd name="T67" fmla="*/ 21 h 176"/>
                <a:gd name="T68" fmla="*/ 75 w 176"/>
                <a:gd name="T69" fmla="*/ 22 h 176"/>
                <a:gd name="T70" fmla="*/ 63 w 176"/>
                <a:gd name="T71" fmla="*/ 27 h 176"/>
                <a:gd name="T72" fmla="*/ 42 w 176"/>
                <a:gd name="T73" fmla="*/ 40 h 176"/>
                <a:gd name="T74" fmla="*/ 36 w 176"/>
                <a:gd name="T75" fmla="*/ 51 h 176"/>
                <a:gd name="T76" fmla="*/ 30 w 176"/>
                <a:gd name="T77" fmla="*/ 61 h 176"/>
                <a:gd name="T78" fmla="*/ 26 w 176"/>
                <a:gd name="T79" fmla="*/ 88 h 176"/>
                <a:gd name="T80" fmla="*/ 27 w 176"/>
                <a:gd name="T81" fmla="*/ 101 h 176"/>
                <a:gd name="T82" fmla="*/ 30 w 176"/>
                <a:gd name="T83" fmla="*/ 113 h 176"/>
                <a:gd name="T84" fmla="*/ 43 w 176"/>
                <a:gd name="T85" fmla="*/ 134 h 176"/>
                <a:gd name="T86" fmla="*/ 52 w 176"/>
                <a:gd name="T87" fmla="*/ 142 h 176"/>
                <a:gd name="T88" fmla="*/ 63 w 176"/>
                <a:gd name="T89" fmla="*/ 148 h 176"/>
                <a:gd name="T90" fmla="*/ 88 w 176"/>
                <a:gd name="T91" fmla="*/ 153 h 176"/>
                <a:gd name="T92" fmla="*/ 101 w 176"/>
                <a:gd name="T93" fmla="*/ 152 h 176"/>
                <a:gd name="T94" fmla="*/ 113 w 176"/>
                <a:gd name="T95" fmla="*/ 149 h 176"/>
                <a:gd name="T96" fmla="*/ 133 w 176"/>
                <a:gd name="T97" fmla="*/ 134 h 176"/>
                <a:gd name="T98" fmla="*/ 140 w 176"/>
                <a:gd name="T99" fmla="*/ 125 h 176"/>
                <a:gd name="T100" fmla="*/ 146 w 176"/>
                <a:gd name="T101" fmla="*/ 113 h 176"/>
                <a:gd name="T102" fmla="*/ 150 w 176"/>
                <a:gd name="T103" fmla="*/ 88 h 176"/>
                <a:gd name="T104" fmla="*/ 149 w 176"/>
                <a:gd name="T105" fmla="*/ 75 h 176"/>
                <a:gd name="T106" fmla="*/ 146 w 176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6" h="176">
                  <a:moveTo>
                    <a:pt x="170" y="122"/>
                  </a:moveTo>
                  <a:lnTo>
                    <a:pt x="170" y="122"/>
                  </a:lnTo>
                  <a:lnTo>
                    <a:pt x="161" y="137"/>
                  </a:lnTo>
                  <a:lnTo>
                    <a:pt x="150" y="151"/>
                  </a:lnTo>
                  <a:lnTo>
                    <a:pt x="150" y="151"/>
                  </a:lnTo>
                  <a:lnTo>
                    <a:pt x="139" y="16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15" y="173"/>
                  </a:lnTo>
                  <a:lnTo>
                    <a:pt x="106" y="174"/>
                  </a:lnTo>
                  <a:lnTo>
                    <a:pt x="97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8" y="176"/>
                  </a:lnTo>
                  <a:lnTo>
                    <a:pt x="69" y="174"/>
                  </a:lnTo>
                  <a:lnTo>
                    <a:pt x="60" y="173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1"/>
                  </a:lnTo>
                  <a:lnTo>
                    <a:pt x="24" y="151"/>
                  </a:lnTo>
                  <a:lnTo>
                    <a:pt x="24" y="151"/>
                  </a:lnTo>
                  <a:lnTo>
                    <a:pt x="14" y="137"/>
                  </a:lnTo>
                  <a:lnTo>
                    <a:pt x="6" y="122"/>
                  </a:lnTo>
                  <a:lnTo>
                    <a:pt x="6" y="122"/>
                  </a:lnTo>
                  <a:lnTo>
                    <a:pt x="2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4"/>
                  </a:lnTo>
                  <a:lnTo>
                    <a:pt x="6" y="54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7" y="15"/>
                  </a:lnTo>
                  <a:lnTo>
                    <a:pt x="52" y="6"/>
                  </a:lnTo>
                  <a:lnTo>
                    <a:pt x="52" y="6"/>
                  </a:lnTo>
                  <a:lnTo>
                    <a:pt x="61" y="3"/>
                  </a:lnTo>
                  <a:lnTo>
                    <a:pt x="69" y="1"/>
                  </a:lnTo>
                  <a:lnTo>
                    <a:pt x="79" y="0"/>
                  </a:lnTo>
                  <a:lnTo>
                    <a:pt x="88" y="0"/>
                  </a:lnTo>
                  <a:lnTo>
                    <a:pt x="88" y="0"/>
                  </a:lnTo>
                  <a:lnTo>
                    <a:pt x="97" y="0"/>
                  </a:lnTo>
                  <a:lnTo>
                    <a:pt x="106" y="1"/>
                  </a:lnTo>
                  <a:lnTo>
                    <a:pt x="115" y="3"/>
                  </a:lnTo>
                  <a:lnTo>
                    <a:pt x="124" y="6"/>
                  </a:lnTo>
                  <a:lnTo>
                    <a:pt x="124" y="6"/>
                  </a:lnTo>
                  <a:lnTo>
                    <a:pt x="139" y="15"/>
                  </a:lnTo>
                  <a:lnTo>
                    <a:pt x="150" y="25"/>
                  </a:lnTo>
                  <a:lnTo>
                    <a:pt x="150" y="25"/>
                  </a:lnTo>
                  <a:lnTo>
                    <a:pt x="161" y="39"/>
                  </a:lnTo>
                  <a:lnTo>
                    <a:pt x="170" y="54"/>
                  </a:lnTo>
                  <a:lnTo>
                    <a:pt x="170" y="54"/>
                  </a:lnTo>
                  <a:lnTo>
                    <a:pt x="174" y="70"/>
                  </a:lnTo>
                  <a:lnTo>
                    <a:pt x="176" y="88"/>
                  </a:lnTo>
                  <a:lnTo>
                    <a:pt x="176" y="88"/>
                  </a:lnTo>
                  <a:lnTo>
                    <a:pt x="174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0" y="51"/>
                  </a:lnTo>
                  <a:lnTo>
                    <a:pt x="133" y="42"/>
                  </a:lnTo>
                  <a:lnTo>
                    <a:pt x="133" y="42"/>
                  </a:lnTo>
                  <a:lnTo>
                    <a:pt x="122" y="33"/>
                  </a:lnTo>
                  <a:lnTo>
                    <a:pt x="112" y="27"/>
                  </a:lnTo>
                  <a:lnTo>
                    <a:pt x="112" y="27"/>
                  </a:lnTo>
                  <a:lnTo>
                    <a:pt x="100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2" y="40"/>
                  </a:lnTo>
                  <a:lnTo>
                    <a:pt x="42" y="40"/>
                  </a:lnTo>
                  <a:lnTo>
                    <a:pt x="36" y="51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5"/>
                  </a:lnTo>
                  <a:lnTo>
                    <a:pt x="26" y="88"/>
                  </a:lnTo>
                  <a:lnTo>
                    <a:pt x="26" y="88"/>
                  </a:lnTo>
                  <a:lnTo>
                    <a:pt x="27" y="101"/>
                  </a:lnTo>
                  <a:lnTo>
                    <a:pt x="30" y="113"/>
                  </a:lnTo>
                  <a:lnTo>
                    <a:pt x="30" y="113"/>
                  </a:lnTo>
                  <a:lnTo>
                    <a:pt x="36" y="125"/>
                  </a:lnTo>
                  <a:lnTo>
                    <a:pt x="43" y="134"/>
                  </a:lnTo>
                  <a:lnTo>
                    <a:pt x="43" y="134"/>
                  </a:lnTo>
                  <a:lnTo>
                    <a:pt x="52" y="142"/>
                  </a:lnTo>
                  <a:lnTo>
                    <a:pt x="63" y="148"/>
                  </a:lnTo>
                  <a:lnTo>
                    <a:pt x="63" y="148"/>
                  </a:lnTo>
                  <a:lnTo>
                    <a:pt x="75" y="152"/>
                  </a:lnTo>
                  <a:lnTo>
                    <a:pt x="88" y="153"/>
                  </a:lnTo>
                  <a:lnTo>
                    <a:pt x="88" y="153"/>
                  </a:lnTo>
                  <a:lnTo>
                    <a:pt x="101" y="152"/>
                  </a:lnTo>
                  <a:lnTo>
                    <a:pt x="113" y="149"/>
                  </a:lnTo>
                  <a:lnTo>
                    <a:pt x="113" y="149"/>
                  </a:lnTo>
                  <a:lnTo>
                    <a:pt x="124" y="143"/>
                  </a:lnTo>
                  <a:lnTo>
                    <a:pt x="133" y="134"/>
                  </a:lnTo>
                  <a:lnTo>
                    <a:pt x="133" y="134"/>
                  </a:lnTo>
                  <a:lnTo>
                    <a:pt x="140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9" y="101"/>
                  </a:lnTo>
                  <a:lnTo>
                    <a:pt x="150" y="88"/>
                  </a:lnTo>
                  <a:lnTo>
                    <a:pt x="150" y="88"/>
                  </a:lnTo>
                  <a:lnTo>
                    <a:pt x="149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1" name="Rectangle 223">
              <a:extLst>
                <a:ext uri="{FF2B5EF4-FFF2-40B4-BE49-F238E27FC236}">
                  <a16:creationId xmlns:a16="http://schemas.microsoft.com/office/drawing/2014/main" id="{BE0D91B5-8E4C-2F4E-7B3C-4F88238FA9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233738" y="4014789"/>
              <a:ext cx="144463" cy="4286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2" name="Freeform 224">
              <a:extLst>
                <a:ext uri="{FF2B5EF4-FFF2-40B4-BE49-F238E27FC236}">
                  <a16:creationId xmlns:a16="http://schemas.microsoft.com/office/drawing/2014/main" id="{53D9A870-E913-38C2-EEE5-E395E16FE9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425825" y="3917951"/>
              <a:ext cx="280988" cy="279400"/>
            </a:xfrm>
            <a:custGeom>
              <a:avLst/>
              <a:gdLst>
                <a:gd name="T0" fmla="*/ 170 w 177"/>
                <a:gd name="T1" fmla="*/ 122 h 176"/>
                <a:gd name="T2" fmla="*/ 152 w 177"/>
                <a:gd name="T3" fmla="*/ 151 h 176"/>
                <a:gd name="T4" fmla="*/ 138 w 177"/>
                <a:gd name="T5" fmla="*/ 161 h 176"/>
                <a:gd name="T6" fmla="*/ 123 w 177"/>
                <a:gd name="T7" fmla="*/ 170 h 176"/>
                <a:gd name="T8" fmla="*/ 107 w 177"/>
                <a:gd name="T9" fmla="*/ 174 h 176"/>
                <a:gd name="T10" fmla="*/ 88 w 177"/>
                <a:gd name="T11" fmla="*/ 176 h 176"/>
                <a:gd name="T12" fmla="*/ 79 w 177"/>
                <a:gd name="T13" fmla="*/ 176 h 176"/>
                <a:gd name="T14" fmla="*/ 61 w 177"/>
                <a:gd name="T15" fmla="*/ 173 h 176"/>
                <a:gd name="T16" fmla="*/ 53 w 177"/>
                <a:gd name="T17" fmla="*/ 170 h 176"/>
                <a:gd name="T18" fmla="*/ 25 w 177"/>
                <a:gd name="T19" fmla="*/ 151 h 176"/>
                <a:gd name="T20" fmla="*/ 15 w 177"/>
                <a:gd name="T21" fmla="*/ 137 h 176"/>
                <a:gd name="T22" fmla="*/ 7 w 177"/>
                <a:gd name="T23" fmla="*/ 122 h 176"/>
                <a:gd name="T24" fmla="*/ 0 w 177"/>
                <a:gd name="T25" fmla="*/ 88 h 176"/>
                <a:gd name="T26" fmla="*/ 1 w 177"/>
                <a:gd name="T27" fmla="*/ 70 h 176"/>
                <a:gd name="T28" fmla="*/ 7 w 177"/>
                <a:gd name="T29" fmla="*/ 54 h 176"/>
                <a:gd name="T30" fmla="*/ 25 w 177"/>
                <a:gd name="T31" fmla="*/ 25 h 176"/>
                <a:gd name="T32" fmla="*/ 39 w 177"/>
                <a:gd name="T33" fmla="*/ 15 h 176"/>
                <a:gd name="T34" fmla="*/ 53 w 177"/>
                <a:gd name="T35" fmla="*/ 6 h 176"/>
                <a:gd name="T36" fmla="*/ 70 w 177"/>
                <a:gd name="T37" fmla="*/ 1 h 176"/>
                <a:gd name="T38" fmla="*/ 89 w 177"/>
                <a:gd name="T39" fmla="*/ 0 h 176"/>
                <a:gd name="T40" fmla="*/ 98 w 177"/>
                <a:gd name="T41" fmla="*/ 0 h 176"/>
                <a:gd name="T42" fmla="*/ 116 w 177"/>
                <a:gd name="T43" fmla="*/ 3 h 176"/>
                <a:gd name="T44" fmla="*/ 123 w 177"/>
                <a:gd name="T45" fmla="*/ 6 h 176"/>
                <a:gd name="T46" fmla="*/ 152 w 177"/>
                <a:gd name="T47" fmla="*/ 25 h 176"/>
                <a:gd name="T48" fmla="*/ 162 w 177"/>
                <a:gd name="T49" fmla="*/ 39 h 176"/>
                <a:gd name="T50" fmla="*/ 171 w 177"/>
                <a:gd name="T51" fmla="*/ 54 h 176"/>
                <a:gd name="T52" fmla="*/ 177 w 177"/>
                <a:gd name="T53" fmla="*/ 88 h 176"/>
                <a:gd name="T54" fmla="*/ 175 w 177"/>
                <a:gd name="T55" fmla="*/ 106 h 176"/>
                <a:gd name="T56" fmla="*/ 170 w 177"/>
                <a:gd name="T57" fmla="*/ 122 h 176"/>
                <a:gd name="T58" fmla="*/ 146 w 177"/>
                <a:gd name="T59" fmla="*/ 63 h 176"/>
                <a:gd name="T60" fmla="*/ 132 w 177"/>
                <a:gd name="T61" fmla="*/ 42 h 176"/>
                <a:gd name="T62" fmla="*/ 123 w 177"/>
                <a:gd name="T63" fmla="*/ 33 h 176"/>
                <a:gd name="T64" fmla="*/ 113 w 177"/>
                <a:gd name="T65" fmla="*/ 27 h 176"/>
                <a:gd name="T66" fmla="*/ 88 w 177"/>
                <a:gd name="T67" fmla="*/ 21 h 176"/>
                <a:gd name="T68" fmla="*/ 74 w 177"/>
                <a:gd name="T69" fmla="*/ 22 h 176"/>
                <a:gd name="T70" fmla="*/ 62 w 177"/>
                <a:gd name="T71" fmla="*/ 27 h 176"/>
                <a:gd name="T72" fmla="*/ 43 w 177"/>
                <a:gd name="T73" fmla="*/ 40 h 176"/>
                <a:gd name="T74" fmla="*/ 36 w 177"/>
                <a:gd name="T75" fmla="*/ 51 h 176"/>
                <a:gd name="T76" fmla="*/ 31 w 177"/>
                <a:gd name="T77" fmla="*/ 61 h 176"/>
                <a:gd name="T78" fmla="*/ 27 w 177"/>
                <a:gd name="T79" fmla="*/ 88 h 176"/>
                <a:gd name="T80" fmla="*/ 27 w 177"/>
                <a:gd name="T81" fmla="*/ 101 h 176"/>
                <a:gd name="T82" fmla="*/ 31 w 177"/>
                <a:gd name="T83" fmla="*/ 113 h 176"/>
                <a:gd name="T84" fmla="*/ 45 w 177"/>
                <a:gd name="T85" fmla="*/ 134 h 176"/>
                <a:gd name="T86" fmla="*/ 53 w 177"/>
                <a:gd name="T87" fmla="*/ 142 h 176"/>
                <a:gd name="T88" fmla="*/ 64 w 177"/>
                <a:gd name="T89" fmla="*/ 148 h 176"/>
                <a:gd name="T90" fmla="*/ 89 w 177"/>
                <a:gd name="T91" fmla="*/ 153 h 176"/>
                <a:gd name="T92" fmla="*/ 103 w 177"/>
                <a:gd name="T93" fmla="*/ 152 h 176"/>
                <a:gd name="T94" fmla="*/ 114 w 177"/>
                <a:gd name="T95" fmla="*/ 149 h 176"/>
                <a:gd name="T96" fmla="*/ 134 w 177"/>
                <a:gd name="T97" fmla="*/ 134 h 176"/>
                <a:gd name="T98" fmla="*/ 141 w 177"/>
                <a:gd name="T99" fmla="*/ 125 h 176"/>
                <a:gd name="T100" fmla="*/ 146 w 177"/>
                <a:gd name="T101" fmla="*/ 113 h 176"/>
                <a:gd name="T102" fmla="*/ 152 w 177"/>
                <a:gd name="T103" fmla="*/ 88 h 176"/>
                <a:gd name="T104" fmla="*/ 150 w 177"/>
                <a:gd name="T105" fmla="*/ 75 h 176"/>
                <a:gd name="T106" fmla="*/ 146 w 177"/>
                <a:gd name="T107" fmla="*/ 63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77" h="176">
                  <a:moveTo>
                    <a:pt x="170" y="122"/>
                  </a:moveTo>
                  <a:lnTo>
                    <a:pt x="170" y="122"/>
                  </a:lnTo>
                  <a:lnTo>
                    <a:pt x="162" y="137"/>
                  </a:lnTo>
                  <a:lnTo>
                    <a:pt x="152" y="151"/>
                  </a:lnTo>
                  <a:lnTo>
                    <a:pt x="152" y="151"/>
                  </a:lnTo>
                  <a:lnTo>
                    <a:pt x="138" y="161"/>
                  </a:lnTo>
                  <a:lnTo>
                    <a:pt x="123" y="170"/>
                  </a:lnTo>
                  <a:lnTo>
                    <a:pt x="123" y="170"/>
                  </a:lnTo>
                  <a:lnTo>
                    <a:pt x="114" y="173"/>
                  </a:lnTo>
                  <a:lnTo>
                    <a:pt x="107" y="174"/>
                  </a:lnTo>
                  <a:lnTo>
                    <a:pt x="98" y="176"/>
                  </a:lnTo>
                  <a:lnTo>
                    <a:pt x="88" y="176"/>
                  </a:lnTo>
                  <a:lnTo>
                    <a:pt x="88" y="176"/>
                  </a:lnTo>
                  <a:lnTo>
                    <a:pt x="79" y="176"/>
                  </a:lnTo>
                  <a:lnTo>
                    <a:pt x="70" y="174"/>
                  </a:lnTo>
                  <a:lnTo>
                    <a:pt x="61" y="173"/>
                  </a:lnTo>
                  <a:lnTo>
                    <a:pt x="53" y="170"/>
                  </a:lnTo>
                  <a:lnTo>
                    <a:pt x="53" y="170"/>
                  </a:lnTo>
                  <a:lnTo>
                    <a:pt x="39" y="161"/>
                  </a:lnTo>
                  <a:lnTo>
                    <a:pt x="25" y="151"/>
                  </a:lnTo>
                  <a:lnTo>
                    <a:pt x="25" y="151"/>
                  </a:lnTo>
                  <a:lnTo>
                    <a:pt x="15" y="137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" y="106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5" y="39"/>
                  </a:lnTo>
                  <a:lnTo>
                    <a:pt x="25" y="25"/>
                  </a:lnTo>
                  <a:lnTo>
                    <a:pt x="25" y="25"/>
                  </a:lnTo>
                  <a:lnTo>
                    <a:pt x="39" y="15"/>
                  </a:lnTo>
                  <a:lnTo>
                    <a:pt x="53" y="6"/>
                  </a:lnTo>
                  <a:lnTo>
                    <a:pt x="53" y="6"/>
                  </a:lnTo>
                  <a:lnTo>
                    <a:pt x="61" y="3"/>
                  </a:lnTo>
                  <a:lnTo>
                    <a:pt x="70" y="1"/>
                  </a:lnTo>
                  <a:lnTo>
                    <a:pt x="79" y="0"/>
                  </a:lnTo>
                  <a:lnTo>
                    <a:pt x="89" y="0"/>
                  </a:lnTo>
                  <a:lnTo>
                    <a:pt x="89" y="0"/>
                  </a:lnTo>
                  <a:lnTo>
                    <a:pt x="98" y="0"/>
                  </a:lnTo>
                  <a:lnTo>
                    <a:pt x="107" y="1"/>
                  </a:lnTo>
                  <a:lnTo>
                    <a:pt x="116" y="3"/>
                  </a:lnTo>
                  <a:lnTo>
                    <a:pt x="123" y="6"/>
                  </a:lnTo>
                  <a:lnTo>
                    <a:pt x="123" y="6"/>
                  </a:lnTo>
                  <a:lnTo>
                    <a:pt x="140" y="15"/>
                  </a:lnTo>
                  <a:lnTo>
                    <a:pt x="152" y="25"/>
                  </a:lnTo>
                  <a:lnTo>
                    <a:pt x="152" y="25"/>
                  </a:lnTo>
                  <a:lnTo>
                    <a:pt x="162" y="39"/>
                  </a:lnTo>
                  <a:lnTo>
                    <a:pt x="171" y="54"/>
                  </a:lnTo>
                  <a:lnTo>
                    <a:pt x="171" y="54"/>
                  </a:lnTo>
                  <a:lnTo>
                    <a:pt x="175" y="70"/>
                  </a:lnTo>
                  <a:lnTo>
                    <a:pt x="177" y="88"/>
                  </a:lnTo>
                  <a:lnTo>
                    <a:pt x="177" y="88"/>
                  </a:lnTo>
                  <a:lnTo>
                    <a:pt x="175" y="106"/>
                  </a:lnTo>
                  <a:lnTo>
                    <a:pt x="170" y="122"/>
                  </a:lnTo>
                  <a:lnTo>
                    <a:pt x="170" y="122"/>
                  </a:lnTo>
                  <a:close/>
                  <a:moveTo>
                    <a:pt x="146" y="63"/>
                  </a:moveTo>
                  <a:lnTo>
                    <a:pt x="146" y="63"/>
                  </a:lnTo>
                  <a:lnTo>
                    <a:pt x="141" y="51"/>
                  </a:lnTo>
                  <a:lnTo>
                    <a:pt x="132" y="42"/>
                  </a:lnTo>
                  <a:lnTo>
                    <a:pt x="132" y="42"/>
                  </a:lnTo>
                  <a:lnTo>
                    <a:pt x="123" y="33"/>
                  </a:lnTo>
                  <a:lnTo>
                    <a:pt x="113" y="27"/>
                  </a:lnTo>
                  <a:lnTo>
                    <a:pt x="113" y="27"/>
                  </a:lnTo>
                  <a:lnTo>
                    <a:pt x="101" y="22"/>
                  </a:lnTo>
                  <a:lnTo>
                    <a:pt x="88" y="21"/>
                  </a:lnTo>
                  <a:lnTo>
                    <a:pt x="88" y="21"/>
                  </a:lnTo>
                  <a:lnTo>
                    <a:pt x="74" y="22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52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51"/>
                  </a:lnTo>
                  <a:lnTo>
                    <a:pt x="31" y="61"/>
                  </a:lnTo>
                  <a:lnTo>
                    <a:pt x="31" y="61"/>
                  </a:lnTo>
                  <a:lnTo>
                    <a:pt x="27" y="75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27" y="101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7" y="125"/>
                  </a:lnTo>
                  <a:lnTo>
                    <a:pt x="45" y="134"/>
                  </a:lnTo>
                  <a:lnTo>
                    <a:pt x="45" y="134"/>
                  </a:lnTo>
                  <a:lnTo>
                    <a:pt x="53" y="142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6" y="152"/>
                  </a:lnTo>
                  <a:lnTo>
                    <a:pt x="89" y="153"/>
                  </a:lnTo>
                  <a:lnTo>
                    <a:pt x="89" y="153"/>
                  </a:lnTo>
                  <a:lnTo>
                    <a:pt x="103" y="152"/>
                  </a:lnTo>
                  <a:lnTo>
                    <a:pt x="114" y="149"/>
                  </a:lnTo>
                  <a:lnTo>
                    <a:pt x="114" y="149"/>
                  </a:lnTo>
                  <a:lnTo>
                    <a:pt x="125" y="143"/>
                  </a:lnTo>
                  <a:lnTo>
                    <a:pt x="134" y="134"/>
                  </a:lnTo>
                  <a:lnTo>
                    <a:pt x="134" y="134"/>
                  </a:lnTo>
                  <a:lnTo>
                    <a:pt x="141" y="125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50" y="101"/>
                  </a:lnTo>
                  <a:lnTo>
                    <a:pt x="152" y="88"/>
                  </a:lnTo>
                  <a:lnTo>
                    <a:pt x="152" y="88"/>
                  </a:lnTo>
                  <a:lnTo>
                    <a:pt x="150" y="75"/>
                  </a:lnTo>
                  <a:lnTo>
                    <a:pt x="146" y="63"/>
                  </a:lnTo>
                  <a:lnTo>
                    <a:pt x="146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3" name="Freeform 225">
              <a:extLst>
                <a:ext uri="{FF2B5EF4-FFF2-40B4-BE49-F238E27FC236}">
                  <a16:creationId xmlns:a16="http://schemas.microsoft.com/office/drawing/2014/main" id="{52181E37-8B1D-66E7-5911-85D05A93BC9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56025" y="3917951"/>
              <a:ext cx="271463" cy="357188"/>
            </a:xfrm>
            <a:custGeom>
              <a:avLst/>
              <a:gdLst>
                <a:gd name="T0" fmla="*/ 165 w 171"/>
                <a:gd name="T1" fmla="*/ 125 h 225"/>
                <a:gd name="T2" fmla="*/ 147 w 171"/>
                <a:gd name="T3" fmla="*/ 152 h 225"/>
                <a:gd name="T4" fmla="*/ 134 w 171"/>
                <a:gd name="T5" fmla="*/ 162 h 225"/>
                <a:gd name="T6" fmla="*/ 121 w 171"/>
                <a:gd name="T7" fmla="*/ 170 h 225"/>
                <a:gd name="T8" fmla="*/ 91 w 171"/>
                <a:gd name="T9" fmla="*/ 176 h 225"/>
                <a:gd name="T10" fmla="*/ 79 w 171"/>
                <a:gd name="T11" fmla="*/ 176 h 225"/>
                <a:gd name="T12" fmla="*/ 70 w 171"/>
                <a:gd name="T13" fmla="*/ 173 h 225"/>
                <a:gd name="T14" fmla="*/ 52 w 171"/>
                <a:gd name="T15" fmla="*/ 165 h 225"/>
                <a:gd name="T16" fmla="*/ 45 w 171"/>
                <a:gd name="T17" fmla="*/ 159 h 225"/>
                <a:gd name="T18" fmla="*/ 37 w 171"/>
                <a:gd name="T19" fmla="*/ 153 h 225"/>
                <a:gd name="T20" fmla="*/ 25 w 171"/>
                <a:gd name="T21" fmla="*/ 225 h 225"/>
                <a:gd name="T22" fmla="*/ 0 w 171"/>
                <a:gd name="T23" fmla="*/ 3 h 225"/>
                <a:gd name="T24" fmla="*/ 25 w 171"/>
                <a:gd name="T25" fmla="*/ 37 h 225"/>
                <a:gd name="T26" fmla="*/ 37 w 171"/>
                <a:gd name="T27" fmla="*/ 22 h 225"/>
                <a:gd name="T28" fmla="*/ 45 w 171"/>
                <a:gd name="T29" fmla="*/ 16 h 225"/>
                <a:gd name="T30" fmla="*/ 52 w 171"/>
                <a:gd name="T31" fmla="*/ 10 h 225"/>
                <a:gd name="T32" fmla="*/ 70 w 171"/>
                <a:gd name="T33" fmla="*/ 3 h 225"/>
                <a:gd name="T34" fmla="*/ 79 w 171"/>
                <a:gd name="T35" fmla="*/ 0 h 225"/>
                <a:gd name="T36" fmla="*/ 91 w 171"/>
                <a:gd name="T37" fmla="*/ 0 h 225"/>
                <a:gd name="T38" fmla="*/ 121 w 171"/>
                <a:gd name="T39" fmla="*/ 4 h 225"/>
                <a:gd name="T40" fmla="*/ 134 w 171"/>
                <a:gd name="T41" fmla="*/ 12 h 225"/>
                <a:gd name="T42" fmla="*/ 146 w 171"/>
                <a:gd name="T43" fmla="*/ 22 h 225"/>
                <a:gd name="T44" fmla="*/ 165 w 171"/>
                <a:gd name="T45" fmla="*/ 51 h 225"/>
                <a:gd name="T46" fmla="*/ 168 w 171"/>
                <a:gd name="T47" fmla="*/ 58 h 225"/>
                <a:gd name="T48" fmla="*/ 171 w 171"/>
                <a:gd name="T49" fmla="*/ 77 h 225"/>
                <a:gd name="T50" fmla="*/ 171 w 171"/>
                <a:gd name="T51" fmla="*/ 88 h 225"/>
                <a:gd name="T52" fmla="*/ 170 w 171"/>
                <a:gd name="T53" fmla="*/ 107 h 225"/>
                <a:gd name="T54" fmla="*/ 165 w 171"/>
                <a:gd name="T55" fmla="*/ 125 h 225"/>
                <a:gd name="T56" fmla="*/ 141 w 171"/>
                <a:gd name="T57" fmla="*/ 61 h 225"/>
                <a:gd name="T58" fmla="*/ 136 w 171"/>
                <a:gd name="T59" fmla="*/ 49 h 225"/>
                <a:gd name="T60" fmla="*/ 128 w 171"/>
                <a:gd name="T61" fmla="*/ 40 h 225"/>
                <a:gd name="T62" fmla="*/ 109 w 171"/>
                <a:gd name="T63" fmla="*/ 27 h 225"/>
                <a:gd name="T64" fmla="*/ 98 w 171"/>
                <a:gd name="T65" fmla="*/ 24 h 225"/>
                <a:gd name="T66" fmla="*/ 86 w 171"/>
                <a:gd name="T67" fmla="*/ 22 h 225"/>
                <a:gd name="T68" fmla="*/ 64 w 171"/>
                <a:gd name="T69" fmla="*/ 27 h 225"/>
                <a:gd name="T70" fmla="*/ 54 w 171"/>
                <a:gd name="T71" fmla="*/ 33 h 225"/>
                <a:gd name="T72" fmla="*/ 43 w 171"/>
                <a:gd name="T73" fmla="*/ 40 h 225"/>
                <a:gd name="T74" fmla="*/ 30 w 171"/>
                <a:gd name="T75" fmla="*/ 61 h 225"/>
                <a:gd name="T76" fmla="*/ 27 w 171"/>
                <a:gd name="T77" fmla="*/ 73 h 225"/>
                <a:gd name="T78" fmla="*/ 25 w 171"/>
                <a:gd name="T79" fmla="*/ 88 h 225"/>
                <a:gd name="T80" fmla="*/ 30 w 171"/>
                <a:gd name="T81" fmla="*/ 115 h 225"/>
                <a:gd name="T82" fmla="*/ 36 w 171"/>
                <a:gd name="T83" fmla="*/ 125 h 225"/>
                <a:gd name="T84" fmla="*/ 43 w 171"/>
                <a:gd name="T85" fmla="*/ 136 h 225"/>
                <a:gd name="T86" fmla="*/ 64 w 171"/>
                <a:gd name="T87" fmla="*/ 149 h 225"/>
                <a:gd name="T88" fmla="*/ 75 w 171"/>
                <a:gd name="T89" fmla="*/ 152 h 225"/>
                <a:gd name="T90" fmla="*/ 86 w 171"/>
                <a:gd name="T91" fmla="*/ 153 h 225"/>
                <a:gd name="T92" fmla="*/ 109 w 171"/>
                <a:gd name="T93" fmla="*/ 149 h 225"/>
                <a:gd name="T94" fmla="*/ 119 w 171"/>
                <a:gd name="T95" fmla="*/ 143 h 225"/>
                <a:gd name="T96" fmla="*/ 128 w 171"/>
                <a:gd name="T97" fmla="*/ 136 h 225"/>
                <a:gd name="T98" fmla="*/ 141 w 171"/>
                <a:gd name="T99" fmla="*/ 115 h 225"/>
                <a:gd name="T100" fmla="*/ 144 w 171"/>
                <a:gd name="T101" fmla="*/ 103 h 225"/>
                <a:gd name="T102" fmla="*/ 146 w 171"/>
                <a:gd name="T103" fmla="*/ 88 h 225"/>
                <a:gd name="T104" fmla="*/ 141 w 171"/>
                <a:gd name="T105" fmla="*/ 61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71" h="225">
                  <a:moveTo>
                    <a:pt x="165" y="125"/>
                  </a:moveTo>
                  <a:lnTo>
                    <a:pt x="165" y="125"/>
                  </a:lnTo>
                  <a:lnTo>
                    <a:pt x="156" y="140"/>
                  </a:lnTo>
                  <a:lnTo>
                    <a:pt x="147" y="152"/>
                  </a:lnTo>
                  <a:lnTo>
                    <a:pt x="147" y="152"/>
                  </a:lnTo>
                  <a:lnTo>
                    <a:pt x="134" y="162"/>
                  </a:lnTo>
                  <a:lnTo>
                    <a:pt x="121" y="170"/>
                  </a:lnTo>
                  <a:lnTo>
                    <a:pt x="121" y="170"/>
                  </a:lnTo>
                  <a:lnTo>
                    <a:pt x="106" y="174"/>
                  </a:lnTo>
                  <a:lnTo>
                    <a:pt x="91" y="176"/>
                  </a:lnTo>
                  <a:lnTo>
                    <a:pt x="91" y="176"/>
                  </a:lnTo>
                  <a:lnTo>
                    <a:pt x="79" y="176"/>
                  </a:lnTo>
                  <a:lnTo>
                    <a:pt x="70" y="173"/>
                  </a:lnTo>
                  <a:lnTo>
                    <a:pt x="70" y="173"/>
                  </a:lnTo>
                  <a:lnTo>
                    <a:pt x="60" y="170"/>
                  </a:lnTo>
                  <a:lnTo>
                    <a:pt x="52" y="165"/>
                  </a:lnTo>
                  <a:lnTo>
                    <a:pt x="52" y="165"/>
                  </a:lnTo>
                  <a:lnTo>
                    <a:pt x="45" y="159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25" y="140"/>
                  </a:lnTo>
                  <a:lnTo>
                    <a:pt x="25" y="225"/>
                  </a:lnTo>
                  <a:lnTo>
                    <a:pt x="0" y="225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45" y="16"/>
                  </a:lnTo>
                  <a:lnTo>
                    <a:pt x="52" y="10"/>
                  </a:lnTo>
                  <a:lnTo>
                    <a:pt x="52" y="10"/>
                  </a:lnTo>
                  <a:lnTo>
                    <a:pt x="60" y="6"/>
                  </a:lnTo>
                  <a:lnTo>
                    <a:pt x="70" y="3"/>
                  </a:lnTo>
                  <a:lnTo>
                    <a:pt x="70" y="3"/>
                  </a:lnTo>
                  <a:lnTo>
                    <a:pt x="79" y="0"/>
                  </a:lnTo>
                  <a:lnTo>
                    <a:pt x="91" y="0"/>
                  </a:lnTo>
                  <a:lnTo>
                    <a:pt x="91" y="0"/>
                  </a:lnTo>
                  <a:lnTo>
                    <a:pt x="106" y="1"/>
                  </a:lnTo>
                  <a:lnTo>
                    <a:pt x="121" y="4"/>
                  </a:lnTo>
                  <a:lnTo>
                    <a:pt x="121" y="4"/>
                  </a:lnTo>
                  <a:lnTo>
                    <a:pt x="134" y="12"/>
                  </a:lnTo>
                  <a:lnTo>
                    <a:pt x="146" y="22"/>
                  </a:lnTo>
                  <a:lnTo>
                    <a:pt x="146" y="22"/>
                  </a:lnTo>
                  <a:lnTo>
                    <a:pt x="156" y="34"/>
                  </a:lnTo>
                  <a:lnTo>
                    <a:pt x="165" y="51"/>
                  </a:lnTo>
                  <a:lnTo>
                    <a:pt x="165" y="51"/>
                  </a:lnTo>
                  <a:lnTo>
                    <a:pt x="168" y="58"/>
                  </a:lnTo>
                  <a:lnTo>
                    <a:pt x="170" y="67"/>
                  </a:lnTo>
                  <a:lnTo>
                    <a:pt x="171" y="77"/>
                  </a:lnTo>
                  <a:lnTo>
                    <a:pt x="171" y="88"/>
                  </a:lnTo>
                  <a:lnTo>
                    <a:pt x="171" y="88"/>
                  </a:lnTo>
                  <a:lnTo>
                    <a:pt x="171" y="98"/>
                  </a:lnTo>
                  <a:lnTo>
                    <a:pt x="170" y="107"/>
                  </a:lnTo>
                  <a:lnTo>
                    <a:pt x="168" y="116"/>
                  </a:lnTo>
                  <a:lnTo>
                    <a:pt x="165" y="125"/>
                  </a:lnTo>
                  <a:lnTo>
                    <a:pt x="165" y="125"/>
                  </a:lnTo>
                  <a:close/>
                  <a:moveTo>
                    <a:pt x="141" y="61"/>
                  </a:moveTo>
                  <a:lnTo>
                    <a:pt x="141" y="61"/>
                  </a:lnTo>
                  <a:lnTo>
                    <a:pt x="136" y="49"/>
                  </a:lnTo>
                  <a:lnTo>
                    <a:pt x="128" y="40"/>
                  </a:lnTo>
                  <a:lnTo>
                    <a:pt x="128" y="40"/>
                  </a:lnTo>
                  <a:lnTo>
                    <a:pt x="119" y="33"/>
                  </a:lnTo>
                  <a:lnTo>
                    <a:pt x="109" y="27"/>
                  </a:lnTo>
                  <a:lnTo>
                    <a:pt x="109" y="27"/>
                  </a:lnTo>
                  <a:lnTo>
                    <a:pt x="98" y="24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75" y="24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54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36" y="49"/>
                  </a:lnTo>
                  <a:lnTo>
                    <a:pt x="30" y="61"/>
                  </a:lnTo>
                  <a:lnTo>
                    <a:pt x="30" y="61"/>
                  </a:lnTo>
                  <a:lnTo>
                    <a:pt x="27" y="73"/>
                  </a:lnTo>
                  <a:lnTo>
                    <a:pt x="25" y="88"/>
                  </a:lnTo>
                  <a:lnTo>
                    <a:pt x="25" y="88"/>
                  </a:lnTo>
                  <a:lnTo>
                    <a:pt x="27" y="101"/>
                  </a:lnTo>
                  <a:lnTo>
                    <a:pt x="30" y="115"/>
                  </a:lnTo>
                  <a:lnTo>
                    <a:pt x="30" y="115"/>
                  </a:lnTo>
                  <a:lnTo>
                    <a:pt x="36" y="125"/>
                  </a:lnTo>
                  <a:lnTo>
                    <a:pt x="43" y="136"/>
                  </a:lnTo>
                  <a:lnTo>
                    <a:pt x="43" y="136"/>
                  </a:lnTo>
                  <a:lnTo>
                    <a:pt x="54" y="143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75" y="152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98" y="152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19" y="143"/>
                  </a:lnTo>
                  <a:lnTo>
                    <a:pt x="128" y="136"/>
                  </a:lnTo>
                  <a:lnTo>
                    <a:pt x="128" y="136"/>
                  </a:lnTo>
                  <a:lnTo>
                    <a:pt x="136" y="127"/>
                  </a:lnTo>
                  <a:lnTo>
                    <a:pt x="141" y="115"/>
                  </a:lnTo>
                  <a:lnTo>
                    <a:pt x="141" y="115"/>
                  </a:lnTo>
                  <a:lnTo>
                    <a:pt x="144" y="103"/>
                  </a:lnTo>
                  <a:lnTo>
                    <a:pt x="146" y="88"/>
                  </a:lnTo>
                  <a:lnTo>
                    <a:pt x="146" y="88"/>
                  </a:lnTo>
                  <a:lnTo>
                    <a:pt x="144" y="73"/>
                  </a:lnTo>
                  <a:lnTo>
                    <a:pt x="141" y="61"/>
                  </a:lnTo>
                  <a:lnTo>
                    <a:pt x="141" y="6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4" name="Freeform 226">
              <a:extLst>
                <a:ext uri="{FF2B5EF4-FFF2-40B4-BE49-F238E27FC236}">
                  <a16:creationId xmlns:a16="http://schemas.microsoft.com/office/drawing/2014/main" id="{345B57B8-BE1E-19D6-3BBD-61BDD47887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211638" y="3821114"/>
              <a:ext cx="320675" cy="377825"/>
            </a:xfrm>
            <a:custGeom>
              <a:avLst/>
              <a:gdLst>
                <a:gd name="T0" fmla="*/ 147 w 202"/>
                <a:gd name="T1" fmla="*/ 201 h 238"/>
                <a:gd name="T2" fmla="*/ 122 w 202"/>
                <a:gd name="T3" fmla="*/ 222 h 238"/>
                <a:gd name="T4" fmla="*/ 103 w 202"/>
                <a:gd name="T5" fmla="*/ 231 h 238"/>
                <a:gd name="T6" fmla="*/ 72 w 202"/>
                <a:gd name="T7" fmla="*/ 237 h 238"/>
                <a:gd name="T8" fmla="*/ 43 w 202"/>
                <a:gd name="T9" fmla="*/ 232 h 238"/>
                <a:gd name="T10" fmla="*/ 20 w 202"/>
                <a:gd name="T11" fmla="*/ 219 h 238"/>
                <a:gd name="T12" fmla="*/ 5 w 202"/>
                <a:gd name="T13" fmla="*/ 198 h 238"/>
                <a:gd name="T14" fmla="*/ 0 w 202"/>
                <a:gd name="T15" fmla="*/ 173 h 238"/>
                <a:gd name="T16" fmla="*/ 3 w 202"/>
                <a:gd name="T17" fmla="*/ 150 h 238"/>
                <a:gd name="T18" fmla="*/ 14 w 202"/>
                <a:gd name="T19" fmla="*/ 133 h 238"/>
                <a:gd name="T20" fmla="*/ 43 w 202"/>
                <a:gd name="T21" fmla="*/ 112 h 238"/>
                <a:gd name="T22" fmla="*/ 45 w 202"/>
                <a:gd name="T23" fmla="*/ 92 h 238"/>
                <a:gd name="T24" fmla="*/ 33 w 202"/>
                <a:gd name="T25" fmla="*/ 68 h 238"/>
                <a:gd name="T26" fmla="*/ 33 w 202"/>
                <a:gd name="T27" fmla="*/ 43 h 238"/>
                <a:gd name="T28" fmla="*/ 42 w 202"/>
                <a:gd name="T29" fmla="*/ 24 h 238"/>
                <a:gd name="T30" fmla="*/ 58 w 202"/>
                <a:gd name="T31" fmla="*/ 9 h 238"/>
                <a:gd name="T32" fmla="*/ 79 w 202"/>
                <a:gd name="T33" fmla="*/ 1 h 238"/>
                <a:gd name="T34" fmla="*/ 104 w 202"/>
                <a:gd name="T35" fmla="*/ 1 h 238"/>
                <a:gd name="T36" fmla="*/ 125 w 202"/>
                <a:gd name="T37" fmla="*/ 9 h 238"/>
                <a:gd name="T38" fmla="*/ 139 w 202"/>
                <a:gd name="T39" fmla="*/ 22 h 238"/>
                <a:gd name="T40" fmla="*/ 147 w 202"/>
                <a:gd name="T41" fmla="*/ 42 h 238"/>
                <a:gd name="T42" fmla="*/ 147 w 202"/>
                <a:gd name="T43" fmla="*/ 62 h 238"/>
                <a:gd name="T44" fmla="*/ 134 w 202"/>
                <a:gd name="T45" fmla="*/ 89 h 238"/>
                <a:gd name="T46" fmla="*/ 116 w 202"/>
                <a:gd name="T47" fmla="*/ 101 h 238"/>
                <a:gd name="T48" fmla="*/ 147 w 202"/>
                <a:gd name="T49" fmla="*/ 165 h 238"/>
                <a:gd name="T50" fmla="*/ 161 w 202"/>
                <a:gd name="T51" fmla="*/ 141 h 238"/>
                <a:gd name="T52" fmla="*/ 195 w 202"/>
                <a:gd name="T53" fmla="*/ 124 h 238"/>
                <a:gd name="T54" fmla="*/ 171 w 202"/>
                <a:gd name="T55" fmla="*/ 170 h 238"/>
                <a:gd name="T56" fmla="*/ 183 w 202"/>
                <a:gd name="T57" fmla="*/ 238 h 238"/>
                <a:gd name="T58" fmla="*/ 58 w 202"/>
                <a:gd name="T59" fmla="*/ 127 h 238"/>
                <a:gd name="T60" fmla="*/ 36 w 202"/>
                <a:gd name="T61" fmla="*/ 143 h 238"/>
                <a:gd name="T62" fmla="*/ 28 w 202"/>
                <a:gd name="T63" fmla="*/ 156 h 238"/>
                <a:gd name="T64" fmla="*/ 25 w 202"/>
                <a:gd name="T65" fmla="*/ 171 h 238"/>
                <a:gd name="T66" fmla="*/ 28 w 202"/>
                <a:gd name="T67" fmla="*/ 189 h 238"/>
                <a:gd name="T68" fmla="*/ 39 w 202"/>
                <a:gd name="T69" fmla="*/ 203 h 238"/>
                <a:gd name="T70" fmla="*/ 54 w 202"/>
                <a:gd name="T71" fmla="*/ 212 h 238"/>
                <a:gd name="T72" fmla="*/ 73 w 202"/>
                <a:gd name="T73" fmla="*/ 214 h 238"/>
                <a:gd name="T74" fmla="*/ 97 w 202"/>
                <a:gd name="T75" fmla="*/ 210 h 238"/>
                <a:gd name="T76" fmla="*/ 118 w 202"/>
                <a:gd name="T77" fmla="*/ 197 h 238"/>
                <a:gd name="T78" fmla="*/ 115 w 202"/>
                <a:gd name="T79" fmla="*/ 30 h 238"/>
                <a:gd name="T80" fmla="*/ 104 w 202"/>
                <a:gd name="T81" fmla="*/ 24 h 238"/>
                <a:gd name="T82" fmla="*/ 92 w 202"/>
                <a:gd name="T83" fmla="*/ 21 h 238"/>
                <a:gd name="T84" fmla="*/ 72 w 202"/>
                <a:gd name="T85" fmla="*/ 27 h 238"/>
                <a:gd name="T86" fmla="*/ 63 w 202"/>
                <a:gd name="T87" fmla="*/ 36 h 238"/>
                <a:gd name="T88" fmla="*/ 57 w 202"/>
                <a:gd name="T89" fmla="*/ 55 h 238"/>
                <a:gd name="T90" fmla="*/ 58 w 202"/>
                <a:gd name="T91" fmla="*/ 64 h 238"/>
                <a:gd name="T92" fmla="*/ 69 w 202"/>
                <a:gd name="T93" fmla="*/ 85 h 238"/>
                <a:gd name="T94" fmla="*/ 81 w 202"/>
                <a:gd name="T95" fmla="*/ 97 h 238"/>
                <a:gd name="T96" fmla="*/ 113 w 202"/>
                <a:gd name="T97" fmla="*/ 79 h 238"/>
                <a:gd name="T98" fmla="*/ 121 w 202"/>
                <a:gd name="T99" fmla="*/ 67 h 238"/>
                <a:gd name="T100" fmla="*/ 124 w 202"/>
                <a:gd name="T101" fmla="*/ 54 h 238"/>
                <a:gd name="T102" fmla="*/ 119 w 202"/>
                <a:gd name="T103" fmla="*/ 36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202" h="238">
                  <a:moveTo>
                    <a:pt x="183" y="238"/>
                  </a:moveTo>
                  <a:lnTo>
                    <a:pt x="147" y="201"/>
                  </a:lnTo>
                  <a:lnTo>
                    <a:pt x="147" y="201"/>
                  </a:lnTo>
                  <a:lnTo>
                    <a:pt x="139" y="209"/>
                  </a:lnTo>
                  <a:lnTo>
                    <a:pt x="131" y="216"/>
                  </a:lnTo>
                  <a:lnTo>
                    <a:pt x="122" y="222"/>
                  </a:lnTo>
                  <a:lnTo>
                    <a:pt x="113" y="228"/>
                  </a:lnTo>
                  <a:lnTo>
                    <a:pt x="113" y="228"/>
                  </a:lnTo>
                  <a:lnTo>
                    <a:pt x="103" y="231"/>
                  </a:lnTo>
                  <a:lnTo>
                    <a:pt x="94" y="234"/>
                  </a:lnTo>
                  <a:lnTo>
                    <a:pt x="83" y="237"/>
                  </a:lnTo>
                  <a:lnTo>
                    <a:pt x="72" y="237"/>
                  </a:lnTo>
                  <a:lnTo>
                    <a:pt x="72" y="237"/>
                  </a:lnTo>
                  <a:lnTo>
                    <a:pt x="57" y="235"/>
                  </a:lnTo>
                  <a:lnTo>
                    <a:pt x="43" y="232"/>
                  </a:lnTo>
                  <a:lnTo>
                    <a:pt x="43" y="232"/>
                  </a:lnTo>
                  <a:lnTo>
                    <a:pt x="31" y="226"/>
                  </a:lnTo>
                  <a:lnTo>
                    <a:pt x="20" y="219"/>
                  </a:lnTo>
                  <a:lnTo>
                    <a:pt x="20" y="219"/>
                  </a:lnTo>
                  <a:lnTo>
                    <a:pt x="12" y="210"/>
                  </a:lnTo>
                  <a:lnTo>
                    <a:pt x="5" y="198"/>
                  </a:lnTo>
                  <a:lnTo>
                    <a:pt x="5" y="198"/>
                  </a:lnTo>
                  <a:lnTo>
                    <a:pt x="2" y="186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61"/>
                  </a:lnTo>
                  <a:lnTo>
                    <a:pt x="3" y="150"/>
                  </a:lnTo>
                  <a:lnTo>
                    <a:pt x="8" y="141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23" y="125"/>
                  </a:lnTo>
                  <a:lnTo>
                    <a:pt x="31" y="118"/>
                  </a:lnTo>
                  <a:lnTo>
                    <a:pt x="43" y="112"/>
                  </a:lnTo>
                  <a:lnTo>
                    <a:pt x="55" y="106"/>
                  </a:lnTo>
                  <a:lnTo>
                    <a:pt x="55" y="106"/>
                  </a:lnTo>
                  <a:lnTo>
                    <a:pt x="45" y="92"/>
                  </a:lnTo>
                  <a:lnTo>
                    <a:pt x="37" y="80"/>
                  </a:lnTo>
                  <a:lnTo>
                    <a:pt x="37" y="80"/>
                  </a:lnTo>
                  <a:lnTo>
                    <a:pt x="33" y="68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43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2" y="24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58" y="9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79" y="1"/>
                  </a:lnTo>
                  <a:lnTo>
                    <a:pt x="92" y="0"/>
                  </a:lnTo>
                  <a:lnTo>
                    <a:pt x="92" y="0"/>
                  </a:lnTo>
                  <a:lnTo>
                    <a:pt x="104" y="1"/>
                  </a:lnTo>
                  <a:lnTo>
                    <a:pt x="115" y="4"/>
                  </a:lnTo>
                  <a:lnTo>
                    <a:pt x="115" y="4"/>
                  </a:lnTo>
                  <a:lnTo>
                    <a:pt x="125" y="9"/>
                  </a:lnTo>
                  <a:lnTo>
                    <a:pt x="133" y="15"/>
                  </a:lnTo>
                  <a:lnTo>
                    <a:pt x="133" y="15"/>
                  </a:lnTo>
                  <a:lnTo>
                    <a:pt x="139" y="22"/>
                  </a:lnTo>
                  <a:lnTo>
                    <a:pt x="144" y="31"/>
                  </a:lnTo>
                  <a:lnTo>
                    <a:pt x="144" y="31"/>
                  </a:lnTo>
                  <a:lnTo>
                    <a:pt x="147" y="42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7" y="62"/>
                  </a:lnTo>
                  <a:lnTo>
                    <a:pt x="144" y="73"/>
                  </a:lnTo>
                  <a:lnTo>
                    <a:pt x="140" y="82"/>
                  </a:lnTo>
                  <a:lnTo>
                    <a:pt x="134" y="89"/>
                  </a:lnTo>
                  <a:lnTo>
                    <a:pt x="134" y="89"/>
                  </a:lnTo>
                  <a:lnTo>
                    <a:pt x="127" y="95"/>
                  </a:lnTo>
                  <a:lnTo>
                    <a:pt x="116" y="101"/>
                  </a:lnTo>
                  <a:lnTo>
                    <a:pt x="106" y="107"/>
                  </a:lnTo>
                  <a:lnTo>
                    <a:pt x="94" y="112"/>
                  </a:lnTo>
                  <a:lnTo>
                    <a:pt x="147" y="165"/>
                  </a:lnTo>
                  <a:lnTo>
                    <a:pt x="147" y="165"/>
                  </a:lnTo>
                  <a:lnTo>
                    <a:pt x="161" y="141"/>
                  </a:lnTo>
                  <a:lnTo>
                    <a:pt x="161" y="141"/>
                  </a:lnTo>
                  <a:lnTo>
                    <a:pt x="174" y="115"/>
                  </a:lnTo>
                  <a:lnTo>
                    <a:pt x="195" y="124"/>
                  </a:lnTo>
                  <a:lnTo>
                    <a:pt x="195" y="124"/>
                  </a:lnTo>
                  <a:lnTo>
                    <a:pt x="180" y="155"/>
                  </a:lnTo>
                  <a:lnTo>
                    <a:pt x="180" y="155"/>
                  </a:lnTo>
                  <a:lnTo>
                    <a:pt x="171" y="170"/>
                  </a:lnTo>
                  <a:lnTo>
                    <a:pt x="162" y="182"/>
                  </a:lnTo>
                  <a:lnTo>
                    <a:pt x="202" y="223"/>
                  </a:lnTo>
                  <a:lnTo>
                    <a:pt x="183" y="238"/>
                  </a:lnTo>
                  <a:close/>
                  <a:moveTo>
                    <a:pt x="70" y="122"/>
                  </a:moveTo>
                  <a:lnTo>
                    <a:pt x="70" y="122"/>
                  </a:lnTo>
                  <a:lnTo>
                    <a:pt x="58" y="127"/>
                  </a:lnTo>
                  <a:lnTo>
                    <a:pt x="49" y="131"/>
                  </a:lnTo>
                  <a:lnTo>
                    <a:pt x="42" y="137"/>
                  </a:lnTo>
                  <a:lnTo>
                    <a:pt x="36" y="143"/>
                  </a:lnTo>
                  <a:lnTo>
                    <a:pt x="36" y="143"/>
                  </a:lnTo>
                  <a:lnTo>
                    <a:pt x="31" y="150"/>
                  </a:lnTo>
                  <a:lnTo>
                    <a:pt x="28" y="156"/>
                  </a:lnTo>
                  <a:lnTo>
                    <a:pt x="27" y="164"/>
                  </a:lnTo>
                  <a:lnTo>
                    <a:pt x="25" y="171"/>
                  </a:lnTo>
                  <a:lnTo>
                    <a:pt x="25" y="171"/>
                  </a:lnTo>
                  <a:lnTo>
                    <a:pt x="27" y="180"/>
                  </a:lnTo>
                  <a:lnTo>
                    <a:pt x="28" y="189"/>
                  </a:lnTo>
                  <a:lnTo>
                    <a:pt x="28" y="189"/>
                  </a:lnTo>
                  <a:lnTo>
                    <a:pt x="33" y="197"/>
                  </a:lnTo>
                  <a:lnTo>
                    <a:pt x="39" y="203"/>
                  </a:lnTo>
                  <a:lnTo>
                    <a:pt x="39" y="203"/>
                  </a:lnTo>
                  <a:lnTo>
                    <a:pt x="46" y="207"/>
                  </a:lnTo>
                  <a:lnTo>
                    <a:pt x="54" y="212"/>
                  </a:lnTo>
                  <a:lnTo>
                    <a:pt x="54" y="212"/>
                  </a:lnTo>
                  <a:lnTo>
                    <a:pt x="63" y="214"/>
                  </a:lnTo>
                  <a:lnTo>
                    <a:pt x="73" y="214"/>
                  </a:lnTo>
                  <a:lnTo>
                    <a:pt x="73" y="214"/>
                  </a:lnTo>
                  <a:lnTo>
                    <a:pt x="82" y="214"/>
                  </a:lnTo>
                  <a:lnTo>
                    <a:pt x="89" y="213"/>
                  </a:lnTo>
                  <a:lnTo>
                    <a:pt x="97" y="210"/>
                  </a:lnTo>
                  <a:lnTo>
                    <a:pt x="104" y="207"/>
                  </a:lnTo>
                  <a:lnTo>
                    <a:pt x="104" y="207"/>
                  </a:lnTo>
                  <a:lnTo>
                    <a:pt x="118" y="197"/>
                  </a:lnTo>
                  <a:lnTo>
                    <a:pt x="131" y="185"/>
                  </a:lnTo>
                  <a:lnTo>
                    <a:pt x="70" y="122"/>
                  </a:lnTo>
                  <a:close/>
                  <a:moveTo>
                    <a:pt x="115" y="30"/>
                  </a:moveTo>
                  <a:lnTo>
                    <a:pt x="115" y="30"/>
                  </a:lnTo>
                  <a:lnTo>
                    <a:pt x="110" y="27"/>
                  </a:lnTo>
                  <a:lnTo>
                    <a:pt x="104" y="24"/>
                  </a:lnTo>
                  <a:lnTo>
                    <a:pt x="98" y="22"/>
                  </a:lnTo>
                  <a:lnTo>
                    <a:pt x="92" y="21"/>
                  </a:lnTo>
                  <a:lnTo>
                    <a:pt x="92" y="21"/>
                  </a:lnTo>
                  <a:lnTo>
                    <a:pt x="85" y="22"/>
                  </a:lnTo>
                  <a:lnTo>
                    <a:pt x="78" y="24"/>
                  </a:lnTo>
                  <a:lnTo>
                    <a:pt x="72" y="27"/>
                  </a:lnTo>
                  <a:lnTo>
                    <a:pt x="67" y="31"/>
                  </a:lnTo>
                  <a:lnTo>
                    <a:pt x="67" y="31"/>
                  </a:lnTo>
                  <a:lnTo>
                    <a:pt x="63" y="36"/>
                  </a:lnTo>
                  <a:lnTo>
                    <a:pt x="60" y="42"/>
                  </a:lnTo>
                  <a:lnTo>
                    <a:pt x="58" y="48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8" y="64"/>
                  </a:lnTo>
                  <a:lnTo>
                    <a:pt x="58" y="64"/>
                  </a:lnTo>
                  <a:lnTo>
                    <a:pt x="63" y="74"/>
                  </a:lnTo>
                  <a:lnTo>
                    <a:pt x="63" y="74"/>
                  </a:lnTo>
                  <a:lnTo>
                    <a:pt x="69" y="85"/>
                  </a:lnTo>
                  <a:lnTo>
                    <a:pt x="69" y="85"/>
                  </a:lnTo>
                  <a:lnTo>
                    <a:pt x="81" y="97"/>
                  </a:lnTo>
                  <a:lnTo>
                    <a:pt x="81" y="97"/>
                  </a:lnTo>
                  <a:lnTo>
                    <a:pt x="100" y="89"/>
                  </a:lnTo>
                  <a:lnTo>
                    <a:pt x="107" y="85"/>
                  </a:lnTo>
                  <a:lnTo>
                    <a:pt x="113" y="79"/>
                  </a:lnTo>
                  <a:lnTo>
                    <a:pt x="113" y="79"/>
                  </a:lnTo>
                  <a:lnTo>
                    <a:pt x="118" y="74"/>
                  </a:lnTo>
                  <a:lnTo>
                    <a:pt x="121" y="67"/>
                  </a:lnTo>
                  <a:lnTo>
                    <a:pt x="124" y="61"/>
                  </a:lnTo>
                  <a:lnTo>
                    <a:pt x="124" y="54"/>
                  </a:lnTo>
                  <a:lnTo>
                    <a:pt x="124" y="54"/>
                  </a:lnTo>
                  <a:lnTo>
                    <a:pt x="124" y="46"/>
                  </a:lnTo>
                  <a:lnTo>
                    <a:pt x="122" y="40"/>
                  </a:lnTo>
                  <a:lnTo>
                    <a:pt x="119" y="36"/>
                  </a:lnTo>
                  <a:lnTo>
                    <a:pt x="115" y="30"/>
                  </a:lnTo>
                  <a:lnTo>
                    <a:pt x="115" y="3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5" name="Freeform 227">
              <a:extLst>
                <a:ext uri="{FF2B5EF4-FFF2-40B4-BE49-F238E27FC236}">
                  <a16:creationId xmlns:a16="http://schemas.microsoft.com/office/drawing/2014/main" id="{E75B7855-ADB4-A5EE-13DC-DFE4BB47674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52700" y="4341814"/>
              <a:ext cx="327025" cy="377825"/>
            </a:xfrm>
            <a:custGeom>
              <a:avLst/>
              <a:gdLst>
                <a:gd name="T0" fmla="*/ 189 w 206"/>
                <a:gd name="T1" fmla="*/ 214 h 238"/>
                <a:gd name="T2" fmla="*/ 168 w 206"/>
                <a:gd name="T3" fmla="*/ 226 h 238"/>
                <a:gd name="T4" fmla="*/ 156 w 206"/>
                <a:gd name="T5" fmla="*/ 231 h 238"/>
                <a:gd name="T6" fmla="*/ 144 w 206"/>
                <a:gd name="T7" fmla="*/ 235 h 238"/>
                <a:gd name="T8" fmla="*/ 116 w 206"/>
                <a:gd name="T9" fmla="*/ 238 h 238"/>
                <a:gd name="T10" fmla="*/ 102 w 206"/>
                <a:gd name="T11" fmla="*/ 237 h 238"/>
                <a:gd name="T12" fmla="*/ 80 w 206"/>
                <a:gd name="T13" fmla="*/ 232 h 238"/>
                <a:gd name="T14" fmla="*/ 70 w 206"/>
                <a:gd name="T15" fmla="*/ 228 h 238"/>
                <a:gd name="T16" fmla="*/ 50 w 206"/>
                <a:gd name="T17" fmla="*/ 217 h 238"/>
                <a:gd name="T18" fmla="*/ 32 w 206"/>
                <a:gd name="T19" fmla="*/ 204 h 238"/>
                <a:gd name="T20" fmla="*/ 25 w 206"/>
                <a:gd name="T21" fmla="*/ 195 h 238"/>
                <a:gd name="T22" fmla="*/ 13 w 206"/>
                <a:gd name="T23" fmla="*/ 176 h 238"/>
                <a:gd name="T24" fmla="*/ 9 w 206"/>
                <a:gd name="T25" fmla="*/ 165 h 238"/>
                <a:gd name="T26" fmla="*/ 3 w 206"/>
                <a:gd name="T27" fmla="*/ 143 h 238"/>
                <a:gd name="T28" fmla="*/ 0 w 206"/>
                <a:gd name="T29" fmla="*/ 119 h 238"/>
                <a:gd name="T30" fmla="*/ 1 w 206"/>
                <a:gd name="T31" fmla="*/ 107 h 238"/>
                <a:gd name="T32" fmla="*/ 6 w 206"/>
                <a:gd name="T33" fmla="*/ 83 h 238"/>
                <a:gd name="T34" fmla="*/ 9 w 206"/>
                <a:gd name="T35" fmla="*/ 73 h 238"/>
                <a:gd name="T36" fmla="*/ 19 w 206"/>
                <a:gd name="T37" fmla="*/ 52 h 238"/>
                <a:gd name="T38" fmla="*/ 32 w 206"/>
                <a:gd name="T39" fmla="*/ 35 h 238"/>
                <a:gd name="T40" fmla="*/ 41 w 206"/>
                <a:gd name="T41" fmla="*/ 27 h 238"/>
                <a:gd name="T42" fmla="*/ 59 w 206"/>
                <a:gd name="T43" fmla="*/ 15 h 238"/>
                <a:gd name="T44" fmla="*/ 70 w 206"/>
                <a:gd name="T45" fmla="*/ 9 h 238"/>
                <a:gd name="T46" fmla="*/ 92 w 206"/>
                <a:gd name="T47" fmla="*/ 3 h 238"/>
                <a:gd name="T48" fmla="*/ 116 w 206"/>
                <a:gd name="T49" fmla="*/ 0 h 238"/>
                <a:gd name="T50" fmla="*/ 131 w 206"/>
                <a:gd name="T51" fmla="*/ 1 h 238"/>
                <a:gd name="T52" fmla="*/ 144 w 206"/>
                <a:gd name="T53" fmla="*/ 3 h 238"/>
                <a:gd name="T54" fmla="*/ 168 w 206"/>
                <a:gd name="T55" fmla="*/ 10 h 238"/>
                <a:gd name="T56" fmla="*/ 178 w 206"/>
                <a:gd name="T57" fmla="*/ 15 h 238"/>
                <a:gd name="T58" fmla="*/ 187 w 206"/>
                <a:gd name="T59" fmla="*/ 22 h 238"/>
                <a:gd name="T60" fmla="*/ 187 w 206"/>
                <a:gd name="T61" fmla="*/ 55 h 238"/>
                <a:gd name="T62" fmla="*/ 172 w 206"/>
                <a:gd name="T63" fmla="*/ 43 h 238"/>
                <a:gd name="T64" fmla="*/ 156 w 206"/>
                <a:gd name="T65" fmla="*/ 33 h 238"/>
                <a:gd name="T66" fmla="*/ 138 w 206"/>
                <a:gd name="T67" fmla="*/ 27 h 238"/>
                <a:gd name="T68" fmla="*/ 116 w 206"/>
                <a:gd name="T69" fmla="*/ 24 h 238"/>
                <a:gd name="T70" fmla="*/ 107 w 206"/>
                <a:gd name="T71" fmla="*/ 25 h 238"/>
                <a:gd name="T72" fmla="*/ 89 w 206"/>
                <a:gd name="T73" fmla="*/ 28 h 238"/>
                <a:gd name="T74" fmla="*/ 80 w 206"/>
                <a:gd name="T75" fmla="*/ 31 h 238"/>
                <a:gd name="T76" fmla="*/ 52 w 206"/>
                <a:gd name="T77" fmla="*/ 52 h 238"/>
                <a:gd name="T78" fmla="*/ 41 w 206"/>
                <a:gd name="T79" fmla="*/ 65 h 238"/>
                <a:gd name="T80" fmla="*/ 34 w 206"/>
                <a:gd name="T81" fmla="*/ 82 h 238"/>
                <a:gd name="T82" fmla="*/ 29 w 206"/>
                <a:gd name="T83" fmla="*/ 100 h 238"/>
                <a:gd name="T84" fmla="*/ 26 w 206"/>
                <a:gd name="T85" fmla="*/ 119 h 238"/>
                <a:gd name="T86" fmla="*/ 31 w 206"/>
                <a:gd name="T87" fmla="*/ 147 h 238"/>
                <a:gd name="T88" fmla="*/ 34 w 206"/>
                <a:gd name="T89" fmla="*/ 156 h 238"/>
                <a:gd name="T90" fmla="*/ 52 w 206"/>
                <a:gd name="T91" fmla="*/ 186 h 238"/>
                <a:gd name="T92" fmla="*/ 65 w 206"/>
                <a:gd name="T93" fmla="*/ 198 h 238"/>
                <a:gd name="T94" fmla="*/ 80 w 206"/>
                <a:gd name="T95" fmla="*/ 207 h 238"/>
                <a:gd name="T96" fmla="*/ 98 w 206"/>
                <a:gd name="T97" fmla="*/ 211 h 238"/>
                <a:gd name="T98" fmla="*/ 116 w 206"/>
                <a:gd name="T99" fmla="*/ 214 h 238"/>
                <a:gd name="T100" fmla="*/ 128 w 206"/>
                <a:gd name="T101" fmla="*/ 213 h 238"/>
                <a:gd name="T102" fmla="*/ 147 w 206"/>
                <a:gd name="T103" fmla="*/ 208 h 238"/>
                <a:gd name="T104" fmla="*/ 156 w 206"/>
                <a:gd name="T105" fmla="*/ 205 h 238"/>
                <a:gd name="T106" fmla="*/ 190 w 206"/>
                <a:gd name="T107" fmla="*/ 180 h 238"/>
                <a:gd name="T108" fmla="*/ 206 w 206"/>
                <a:gd name="T109" fmla="*/ 196 h 238"/>
                <a:gd name="T110" fmla="*/ 189 w 206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6" h="238">
                  <a:moveTo>
                    <a:pt x="189" y="214"/>
                  </a:moveTo>
                  <a:lnTo>
                    <a:pt x="189" y="214"/>
                  </a:lnTo>
                  <a:lnTo>
                    <a:pt x="178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2" y="237"/>
                  </a:lnTo>
                  <a:lnTo>
                    <a:pt x="92" y="235"/>
                  </a:lnTo>
                  <a:lnTo>
                    <a:pt x="80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59" y="223"/>
                  </a:lnTo>
                  <a:lnTo>
                    <a:pt x="50" y="217"/>
                  </a:lnTo>
                  <a:lnTo>
                    <a:pt x="41" y="211"/>
                  </a:lnTo>
                  <a:lnTo>
                    <a:pt x="32" y="204"/>
                  </a:lnTo>
                  <a:lnTo>
                    <a:pt x="32" y="204"/>
                  </a:lnTo>
                  <a:lnTo>
                    <a:pt x="25" y="195"/>
                  </a:lnTo>
                  <a:lnTo>
                    <a:pt x="19" y="186"/>
                  </a:lnTo>
                  <a:lnTo>
                    <a:pt x="13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1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1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3" y="62"/>
                  </a:lnTo>
                  <a:lnTo>
                    <a:pt x="19" y="52"/>
                  </a:lnTo>
                  <a:lnTo>
                    <a:pt x="25" y="43"/>
                  </a:lnTo>
                  <a:lnTo>
                    <a:pt x="32" y="35"/>
                  </a:lnTo>
                  <a:lnTo>
                    <a:pt x="32" y="35"/>
                  </a:lnTo>
                  <a:lnTo>
                    <a:pt x="41" y="27"/>
                  </a:lnTo>
                  <a:lnTo>
                    <a:pt x="50" y="21"/>
                  </a:lnTo>
                  <a:lnTo>
                    <a:pt x="59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0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8" y="15"/>
                  </a:lnTo>
                  <a:lnTo>
                    <a:pt x="187" y="22"/>
                  </a:lnTo>
                  <a:lnTo>
                    <a:pt x="187" y="22"/>
                  </a:lnTo>
                  <a:lnTo>
                    <a:pt x="205" y="37"/>
                  </a:lnTo>
                  <a:lnTo>
                    <a:pt x="187" y="55"/>
                  </a:lnTo>
                  <a:lnTo>
                    <a:pt x="187" y="55"/>
                  </a:lnTo>
                  <a:lnTo>
                    <a:pt x="172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8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65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1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9" y="100"/>
                  </a:lnTo>
                  <a:lnTo>
                    <a:pt x="26" y="119"/>
                  </a:lnTo>
                  <a:lnTo>
                    <a:pt x="26" y="119"/>
                  </a:lnTo>
                  <a:lnTo>
                    <a:pt x="29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1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5" y="198"/>
                  </a:lnTo>
                  <a:lnTo>
                    <a:pt x="80" y="207"/>
                  </a:lnTo>
                  <a:lnTo>
                    <a:pt x="80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8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0" y="180"/>
                  </a:lnTo>
                  <a:lnTo>
                    <a:pt x="206" y="196"/>
                  </a:lnTo>
                  <a:lnTo>
                    <a:pt x="206" y="196"/>
                  </a:lnTo>
                  <a:lnTo>
                    <a:pt x="197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6" name="Freeform 228">
              <a:extLst>
                <a:ext uri="{FF2B5EF4-FFF2-40B4-BE49-F238E27FC236}">
                  <a16:creationId xmlns:a16="http://schemas.microsoft.com/office/drawing/2014/main" id="{E8EB275E-4CBA-7013-7A18-C6BEA82A13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13063" y="4440239"/>
              <a:ext cx="236538" cy="277813"/>
            </a:xfrm>
            <a:custGeom>
              <a:avLst/>
              <a:gdLst>
                <a:gd name="T0" fmla="*/ 48 w 149"/>
                <a:gd name="T1" fmla="*/ 26 h 175"/>
                <a:gd name="T2" fmla="*/ 23 w 149"/>
                <a:gd name="T3" fmla="*/ 35 h 175"/>
                <a:gd name="T4" fmla="*/ 15 w 149"/>
                <a:gd name="T5" fmla="*/ 14 h 175"/>
                <a:gd name="T6" fmla="*/ 43 w 149"/>
                <a:gd name="T7" fmla="*/ 3 h 175"/>
                <a:gd name="T8" fmla="*/ 60 w 149"/>
                <a:gd name="T9" fmla="*/ 0 h 175"/>
                <a:gd name="T10" fmla="*/ 78 w 149"/>
                <a:gd name="T11" fmla="*/ 0 h 175"/>
                <a:gd name="T12" fmla="*/ 107 w 149"/>
                <a:gd name="T13" fmla="*/ 3 h 175"/>
                <a:gd name="T14" fmla="*/ 131 w 149"/>
                <a:gd name="T15" fmla="*/ 17 h 175"/>
                <a:gd name="T16" fmla="*/ 139 w 149"/>
                <a:gd name="T17" fmla="*/ 27 h 175"/>
                <a:gd name="T18" fmla="*/ 147 w 149"/>
                <a:gd name="T19" fmla="*/ 52 h 175"/>
                <a:gd name="T20" fmla="*/ 149 w 149"/>
                <a:gd name="T21" fmla="*/ 172 h 175"/>
                <a:gd name="T22" fmla="*/ 125 w 149"/>
                <a:gd name="T23" fmla="*/ 146 h 175"/>
                <a:gd name="T24" fmla="*/ 115 w 149"/>
                <a:gd name="T25" fmla="*/ 157 h 175"/>
                <a:gd name="T26" fmla="*/ 101 w 149"/>
                <a:gd name="T27" fmla="*/ 166 h 175"/>
                <a:gd name="T28" fmla="*/ 85 w 149"/>
                <a:gd name="T29" fmla="*/ 173 h 175"/>
                <a:gd name="T30" fmla="*/ 64 w 149"/>
                <a:gd name="T31" fmla="*/ 175 h 175"/>
                <a:gd name="T32" fmla="*/ 52 w 149"/>
                <a:gd name="T33" fmla="*/ 175 h 175"/>
                <a:gd name="T34" fmla="*/ 40 w 149"/>
                <a:gd name="T35" fmla="*/ 172 h 175"/>
                <a:gd name="T36" fmla="*/ 21 w 149"/>
                <a:gd name="T37" fmla="*/ 161 h 175"/>
                <a:gd name="T38" fmla="*/ 12 w 149"/>
                <a:gd name="T39" fmla="*/ 154 h 175"/>
                <a:gd name="T40" fmla="*/ 6 w 149"/>
                <a:gd name="T41" fmla="*/ 145 h 175"/>
                <a:gd name="T42" fmla="*/ 0 w 149"/>
                <a:gd name="T43" fmla="*/ 122 h 175"/>
                <a:gd name="T44" fmla="*/ 2 w 149"/>
                <a:gd name="T45" fmla="*/ 109 h 175"/>
                <a:gd name="T46" fmla="*/ 6 w 149"/>
                <a:gd name="T47" fmla="*/ 99 h 175"/>
                <a:gd name="T48" fmla="*/ 21 w 149"/>
                <a:gd name="T49" fmla="*/ 81 h 175"/>
                <a:gd name="T50" fmla="*/ 31 w 149"/>
                <a:gd name="T51" fmla="*/ 75 h 175"/>
                <a:gd name="T52" fmla="*/ 43 w 149"/>
                <a:gd name="T53" fmla="*/ 70 h 175"/>
                <a:gd name="T54" fmla="*/ 73 w 149"/>
                <a:gd name="T55" fmla="*/ 67 h 175"/>
                <a:gd name="T56" fmla="*/ 88 w 149"/>
                <a:gd name="T57" fmla="*/ 67 h 175"/>
                <a:gd name="T58" fmla="*/ 101 w 149"/>
                <a:gd name="T59" fmla="*/ 69 h 175"/>
                <a:gd name="T60" fmla="*/ 125 w 149"/>
                <a:gd name="T61" fmla="*/ 69 h 175"/>
                <a:gd name="T62" fmla="*/ 124 w 149"/>
                <a:gd name="T63" fmla="*/ 57 h 175"/>
                <a:gd name="T64" fmla="*/ 118 w 149"/>
                <a:gd name="T65" fmla="*/ 41 h 175"/>
                <a:gd name="T66" fmla="*/ 112 w 149"/>
                <a:gd name="T67" fmla="*/ 33 h 175"/>
                <a:gd name="T68" fmla="*/ 95 w 149"/>
                <a:gd name="T69" fmla="*/ 24 h 175"/>
                <a:gd name="T70" fmla="*/ 75 w 149"/>
                <a:gd name="T71" fmla="*/ 23 h 175"/>
                <a:gd name="T72" fmla="*/ 60 w 149"/>
                <a:gd name="T73" fmla="*/ 23 h 175"/>
                <a:gd name="T74" fmla="*/ 48 w 149"/>
                <a:gd name="T75" fmla="*/ 26 h 175"/>
                <a:gd name="T76" fmla="*/ 39 w 149"/>
                <a:gd name="T77" fmla="*/ 96 h 175"/>
                <a:gd name="T78" fmla="*/ 30 w 149"/>
                <a:gd name="T79" fmla="*/ 106 h 175"/>
                <a:gd name="T80" fmla="*/ 27 w 149"/>
                <a:gd name="T81" fmla="*/ 121 h 175"/>
                <a:gd name="T82" fmla="*/ 27 w 149"/>
                <a:gd name="T83" fmla="*/ 128 h 175"/>
                <a:gd name="T84" fmla="*/ 30 w 149"/>
                <a:gd name="T85" fmla="*/ 136 h 175"/>
                <a:gd name="T86" fmla="*/ 39 w 149"/>
                <a:gd name="T87" fmla="*/ 146 h 175"/>
                <a:gd name="T88" fmla="*/ 45 w 149"/>
                <a:gd name="T89" fmla="*/ 149 h 175"/>
                <a:gd name="T90" fmla="*/ 52 w 149"/>
                <a:gd name="T91" fmla="*/ 152 h 175"/>
                <a:gd name="T92" fmla="*/ 69 w 149"/>
                <a:gd name="T93" fmla="*/ 155 h 175"/>
                <a:gd name="T94" fmla="*/ 81 w 149"/>
                <a:gd name="T95" fmla="*/ 154 h 175"/>
                <a:gd name="T96" fmla="*/ 91 w 149"/>
                <a:gd name="T97" fmla="*/ 152 h 175"/>
                <a:gd name="T98" fmla="*/ 109 w 149"/>
                <a:gd name="T99" fmla="*/ 142 h 175"/>
                <a:gd name="T100" fmla="*/ 116 w 149"/>
                <a:gd name="T101" fmla="*/ 136 h 175"/>
                <a:gd name="T102" fmla="*/ 121 w 149"/>
                <a:gd name="T103" fmla="*/ 128 h 175"/>
                <a:gd name="T104" fmla="*/ 125 w 149"/>
                <a:gd name="T105" fmla="*/ 109 h 175"/>
                <a:gd name="T106" fmla="*/ 125 w 149"/>
                <a:gd name="T107" fmla="*/ 93 h 175"/>
                <a:gd name="T108" fmla="*/ 103 w 149"/>
                <a:gd name="T109" fmla="*/ 88 h 175"/>
                <a:gd name="T110" fmla="*/ 76 w 149"/>
                <a:gd name="T111" fmla="*/ 85 h 175"/>
                <a:gd name="T112" fmla="*/ 64 w 149"/>
                <a:gd name="T113" fmla="*/ 87 h 175"/>
                <a:gd name="T114" fmla="*/ 46 w 149"/>
                <a:gd name="T115" fmla="*/ 91 h 175"/>
                <a:gd name="T116" fmla="*/ 39 w 149"/>
                <a:gd name="T117" fmla="*/ 96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49" h="175">
                  <a:moveTo>
                    <a:pt x="48" y="26"/>
                  </a:moveTo>
                  <a:lnTo>
                    <a:pt x="48" y="26"/>
                  </a:lnTo>
                  <a:lnTo>
                    <a:pt x="34" y="30"/>
                  </a:lnTo>
                  <a:lnTo>
                    <a:pt x="23" y="35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30" y="8"/>
                  </a:lnTo>
                  <a:lnTo>
                    <a:pt x="43" y="3"/>
                  </a:lnTo>
                  <a:lnTo>
                    <a:pt x="43" y="3"/>
                  </a:lnTo>
                  <a:lnTo>
                    <a:pt x="60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94" y="0"/>
                  </a:lnTo>
                  <a:lnTo>
                    <a:pt x="107" y="3"/>
                  </a:lnTo>
                  <a:lnTo>
                    <a:pt x="121" y="9"/>
                  </a:lnTo>
                  <a:lnTo>
                    <a:pt x="131" y="17"/>
                  </a:lnTo>
                  <a:lnTo>
                    <a:pt x="131" y="17"/>
                  </a:lnTo>
                  <a:lnTo>
                    <a:pt x="139" y="27"/>
                  </a:lnTo>
                  <a:lnTo>
                    <a:pt x="144" y="38"/>
                  </a:lnTo>
                  <a:lnTo>
                    <a:pt x="147" y="52"/>
                  </a:lnTo>
                  <a:lnTo>
                    <a:pt x="149" y="67"/>
                  </a:lnTo>
                  <a:lnTo>
                    <a:pt x="149" y="172"/>
                  </a:lnTo>
                  <a:lnTo>
                    <a:pt x="125" y="172"/>
                  </a:lnTo>
                  <a:lnTo>
                    <a:pt x="125" y="146"/>
                  </a:lnTo>
                  <a:lnTo>
                    <a:pt x="125" y="146"/>
                  </a:lnTo>
                  <a:lnTo>
                    <a:pt x="115" y="157"/>
                  </a:lnTo>
                  <a:lnTo>
                    <a:pt x="101" y="166"/>
                  </a:lnTo>
                  <a:lnTo>
                    <a:pt x="101" y="166"/>
                  </a:lnTo>
                  <a:lnTo>
                    <a:pt x="94" y="170"/>
                  </a:lnTo>
                  <a:lnTo>
                    <a:pt x="85" y="173"/>
                  </a:lnTo>
                  <a:lnTo>
                    <a:pt x="75" y="175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52" y="175"/>
                  </a:lnTo>
                  <a:lnTo>
                    <a:pt x="40" y="172"/>
                  </a:lnTo>
                  <a:lnTo>
                    <a:pt x="40" y="172"/>
                  </a:lnTo>
                  <a:lnTo>
                    <a:pt x="30" y="167"/>
                  </a:lnTo>
                  <a:lnTo>
                    <a:pt x="21" y="161"/>
                  </a:lnTo>
                  <a:lnTo>
                    <a:pt x="21" y="161"/>
                  </a:lnTo>
                  <a:lnTo>
                    <a:pt x="12" y="154"/>
                  </a:lnTo>
                  <a:lnTo>
                    <a:pt x="6" y="145"/>
                  </a:lnTo>
                  <a:lnTo>
                    <a:pt x="6" y="145"/>
                  </a:lnTo>
                  <a:lnTo>
                    <a:pt x="2" y="134"/>
                  </a:lnTo>
                  <a:lnTo>
                    <a:pt x="0" y="122"/>
                  </a:lnTo>
                  <a:lnTo>
                    <a:pt x="0" y="122"/>
                  </a:lnTo>
                  <a:lnTo>
                    <a:pt x="2" y="109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12" y="88"/>
                  </a:lnTo>
                  <a:lnTo>
                    <a:pt x="21" y="81"/>
                  </a:lnTo>
                  <a:lnTo>
                    <a:pt x="21" y="81"/>
                  </a:lnTo>
                  <a:lnTo>
                    <a:pt x="31" y="75"/>
                  </a:lnTo>
                  <a:lnTo>
                    <a:pt x="43" y="70"/>
                  </a:lnTo>
                  <a:lnTo>
                    <a:pt x="43" y="70"/>
                  </a:lnTo>
                  <a:lnTo>
                    <a:pt x="58" y="67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88" y="67"/>
                  </a:lnTo>
                  <a:lnTo>
                    <a:pt x="101" y="69"/>
                  </a:lnTo>
                  <a:lnTo>
                    <a:pt x="101" y="69"/>
                  </a:lnTo>
                  <a:lnTo>
                    <a:pt x="125" y="75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4" y="57"/>
                  </a:lnTo>
                  <a:lnTo>
                    <a:pt x="122" y="48"/>
                  </a:lnTo>
                  <a:lnTo>
                    <a:pt x="118" y="41"/>
                  </a:lnTo>
                  <a:lnTo>
                    <a:pt x="112" y="33"/>
                  </a:lnTo>
                  <a:lnTo>
                    <a:pt x="112" y="33"/>
                  </a:lnTo>
                  <a:lnTo>
                    <a:pt x="104" y="29"/>
                  </a:lnTo>
                  <a:lnTo>
                    <a:pt x="95" y="24"/>
                  </a:lnTo>
                  <a:lnTo>
                    <a:pt x="86" y="23"/>
                  </a:lnTo>
                  <a:lnTo>
                    <a:pt x="75" y="23"/>
                  </a:lnTo>
                  <a:lnTo>
                    <a:pt x="75" y="23"/>
                  </a:lnTo>
                  <a:lnTo>
                    <a:pt x="60" y="23"/>
                  </a:lnTo>
                  <a:lnTo>
                    <a:pt x="48" y="26"/>
                  </a:lnTo>
                  <a:lnTo>
                    <a:pt x="48" y="26"/>
                  </a:lnTo>
                  <a:close/>
                  <a:moveTo>
                    <a:pt x="39" y="96"/>
                  </a:moveTo>
                  <a:lnTo>
                    <a:pt x="39" y="96"/>
                  </a:lnTo>
                  <a:lnTo>
                    <a:pt x="33" y="100"/>
                  </a:lnTo>
                  <a:lnTo>
                    <a:pt x="30" y="106"/>
                  </a:lnTo>
                  <a:lnTo>
                    <a:pt x="27" y="114"/>
                  </a:lnTo>
                  <a:lnTo>
                    <a:pt x="27" y="121"/>
                  </a:lnTo>
                  <a:lnTo>
                    <a:pt x="27" y="121"/>
                  </a:lnTo>
                  <a:lnTo>
                    <a:pt x="27" y="128"/>
                  </a:lnTo>
                  <a:lnTo>
                    <a:pt x="30" y="136"/>
                  </a:lnTo>
                  <a:lnTo>
                    <a:pt x="30" y="136"/>
                  </a:lnTo>
                  <a:lnTo>
                    <a:pt x="34" y="142"/>
                  </a:lnTo>
                  <a:lnTo>
                    <a:pt x="39" y="146"/>
                  </a:lnTo>
                  <a:lnTo>
                    <a:pt x="39" y="146"/>
                  </a:lnTo>
                  <a:lnTo>
                    <a:pt x="45" y="149"/>
                  </a:lnTo>
                  <a:lnTo>
                    <a:pt x="52" y="152"/>
                  </a:lnTo>
                  <a:lnTo>
                    <a:pt x="52" y="152"/>
                  </a:lnTo>
                  <a:lnTo>
                    <a:pt x="61" y="155"/>
                  </a:lnTo>
                  <a:lnTo>
                    <a:pt x="69" y="155"/>
                  </a:lnTo>
                  <a:lnTo>
                    <a:pt x="69" y="155"/>
                  </a:lnTo>
                  <a:lnTo>
                    <a:pt x="81" y="154"/>
                  </a:lnTo>
                  <a:lnTo>
                    <a:pt x="91" y="152"/>
                  </a:lnTo>
                  <a:lnTo>
                    <a:pt x="91" y="152"/>
                  </a:lnTo>
                  <a:lnTo>
                    <a:pt x="100" y="148"/>
                  </a:lnTo>
                  <a:lnTo>
                    <a:pt x="109" y="142"/>
                  </a:lnTo>
                  <a:lnTo>
                    <a:pt x="109" y="142"/>
                  </a:lnTo>
                  <a:lnTo>
                    <a:pt x="116" y="136"/>
                  </a:lnTo>
                  <a:lnTo>
                    <a:pt x="121" y="128"/>
                  </a:lnTo>
                  <a:lnTo>
                    <a:pt x="121" y="128"/>
                  </a:lnTo>
                  <a:lnTo>
                    <a:pt x="124" y="120"/>
                  </a:lnTo>
                  <a:lnTo>
                    <a:pt x="125" y="109"/>
                  </a:lnTo>
                  <a:lnTo>
                    <a:pt x="125" y="93"/>
                  </a:lnTo>
                  <a:lnTo>
                    <a:pt x="125" y="93"/>
                  </a:lnTo>
                  <a:lnTo>
                    <a:pt x="103" y="88"/>
                  </a:lnTo>
                  <a:lnTo>
                    <a:pt x="103" y="88"/>
                  </a:lnTo>
                  <a:lnTo>
                    <a:pt x="91" y="87"/>
                  </a:lnTo>
                  <a:lnTo>
                    <a:pt x="76" y="85"/>
                  </a:lnTo>
                  <a:lnTo>
                    <a:pt x="76" y="85"/>
                  </a:lnTo>
                  <a:lnTo>
                    <a:pt x="64" y="87"/>
                  </a:lnTo>
                  <a:lnTo>
                    <a:pt x="55" y="88"/>
                  </a:lnTo>
                  <a:lnTo>
                    <a:pt x="46" y="91"/>
                  </a:lnTo>
                  <a:lnTo>
                    <a:pt x="39" y="96"/>
                  </a:lnTo>
                  <a:lnTo>
                    <a:pt x="39" y="9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7" name="Freeform 229">
              <a:extLst>
                <a:ext uri="{FF2B5EF4-FFF2-40B4-BE49-F238E27FC236}">
                  <a16:creationId xmlns:a16="http://schemas.microsoft.com/office/drawing/2014/main" id="{3D6D5A61-52C9-2BC3-09DD-6165B13CC11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216275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8" name="Freeform 230">
              <a:extLst>
                <a:ext uri="{FF2B5EF4-FFF2-40B4-BE49-F238E27FC236}">
                  <a16:creationId xmlns:a16="http://schemas.microsoft.com/office/drawing/2014/main" id="{127E3D7D-2BF8-81A8-65AD-123D061F192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378200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7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6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1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3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40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7" y="168"/>
                  </a:lnTo>
                  <a:lnTo>
                    <a:pt x="127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9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6" y="79"/>
                  </a:moveTo>
                  <a:lnTo>
                    <a:pt x="136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1" y="21"/>
                  </a:lnTo>
                  <a:lnTo>
                    <a:pt x="81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3" y="55"/>
                  </a:lnTo>
                  <a:lnTo>
                    <a:pt x="33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6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39" name="Freeform 231">
              <a:extLst>
                <a:ext uri="{FF2B5EF4-FFF2-40B4-BE49-F238E27FC236}">
                  <a16:creationId xmlns:a16="http://schemas.microsoft.com/office/drawing/2014/main" id="{7662A0D1-9DC7-589C-011F-C1E2C2A139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68713" y="4438651"/>
              <a:ext cx="252413" cy="280988"/>
            </a:xfrm>
            <a:custGeom>
              <a:avLst/>
              <a:gdLst>
                <a:gd name="T0" fmla="*/ 33 w 159"/>
                <a:gd name="T1" fmla="*/ 122 h 177"/>
                <a:gd name="T2" fmla="*/ 46 w 159"/>
                <a:gd name="T3" fmla="*/ 140 h 177"/>
                <a:gd name="T4" fmla="*/ 54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5 w 159"/>
                <a:gd name="T17" fmla="*/ 144 h 177"/>
                <a:gd name="T18" fmla="*/ 141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2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4 w 159"/>
                <a:gd name="T43" fmla="*/ 39 h 177"/>
                <a:gd name="T44" fmla="*/ 22 w 159"/>
                <a:gd name="T45" fmla="*/ 25 h 177"/>
                <a:gd name="T46" fmla="*/ 49 w 159"/>
                <a:gd name="T47" fmla="*/ 6 h 177"/>
                <a:gd name="T48" fmla="*/ 57 w 159"/>
                <a:gd name="T49" fmla="*/ 3 h 177"/>
                <a:gd name="T50" fmla="*/ 80 w 159"/>
                <a:gd name="T51" fmla="*/ 0 h 177"/>
                <a:gd name="T52" fmla="*/ 91 w 159"/>
                <a:gd name="T53" fmla="*/ 0 h 177"/>
                <a:gd name="T54" fmla="*/ 107 w 159"/>
                <a:gd name="T55" fmla="*/ 3 h 177"/>
                <a:gd name="T56" fmla="*/ 115 w 159"/>
                <a:gd name="T57" fmla="*/ 6 h 177"/>
                <a:gd name="T58" fmla="*/ 140 w 159"/>
                <a:gd name="T59" fmla="*/ 25 h 177"/>
                <a:gd name="T60" fmla="*/ 149 w 159"/>
                <a:gd name="T61" fmla="*/ 39 h 177"/>
                <a:gd name="T62" fmla="*/ 155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3 w 159"/>
                <a:gd name="T73" fmla="*/ 122 h 177"/>
                <a:gd name="T74" fmla="*/ 134 w 159"/>
                <a:gd name="T75" fmla="*/ 79 h 177"/>
                <a:gd name="T76" fmla="*/ 133 w 159"/>
                <a:gd name="T77" fmla="*/ 67 h 177"/>
                <a:gd name="T78" fmla="*/ 130 w 159"/>
                <a:gd name="T79" fmla="*/ 56 h 177"/>
                <a:gd name="T80" fmla="*/ 119 w 159"/>
                <a:gd name="T81" fmla="*/ 39 h 177"/>
                <a:gd name="T82" fmla="*/ 112 w 159"/>
                <a:gd name="T83" fmla="*/ 31 h 177"/>
                <a:gd name="T84" fmla="*/ 103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60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4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9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91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1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0" name="Freeform 232">
              <a:extLst>
                <a:ext uri="{FF2B5EF4-FFF2-40B4-BE49-F238E27FC236}">
                  <a16:creationId xmlns:a16="http://schemas.microsoft.com/office/drawing/2014/main" id="{CA73A813-4BAF-0C67-55E8-34C6AEA5B67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3513" y="4438651"/>
              <a:ext cx="149225" cy="274638"/>
            </a:xfrm>
            <a:custGeom>
              <a:avLst/>
              <a:gdLst>
                <a:gd name="T0" fmla="*/ 25 w 94"/>
                <a:gd name="T1" fmla="*/ 173 h 173"/>
                <a:gd name="T2" fmla="*/ 0 w 94"/>
                <a:gd name="T3" fmla="*/ 173 h 173"/>
                <a:gd name="T4" fmla="*/ 0 w 94"/>
                <a:gd name="T5" fmla="*/ 3 h 173"/>
                <a:gd name="T6" fmla="*/ 25 w 94"/>
                <a:gd name="T7" fmla="*/ 3 h 173"/>
                <a:gd name="T8" fmla="*/ 25 w 94"/>
                <a:gd name="T9" fmla="*/ 47 h 173"/>
                <a:gd name="T10" fmla="*/ 25 w 94"/>
                <a:gd name="T11" fmla="*/ 47 h 173"/>
                <a:gd name="T12" fmla="*/ 30 w 94"/>
                <a:gd name="T13" fmla="*/ 37 h 173"/>
                <a:gd name="T14" fmla="*/ 37 w 94"/>
                <a:gd name="T15" fmla="*/ 28 h 173"/>
                <a:gd name="T16" fmla="*/ 37 w 94"/>
                <a:gd name="T17" fmla="*/ 28 h 173"/>
                <a:gd name="T18" fmla="*/ 45 w 94"/>
                <a:gd name="T19" fmla="*/ 19 h 173"/>
                <a:gd name="T20" fmla="*/ 52 w 94"/>
                <a:gd name="T21" fmla="*/ 13 h 173"/>
                <a:gd name="T22" fmla="*/ 52 w 94"/>
                <a:gd name="T23" fmla="*/ 13 h 173"/>
                <a:gd name="T24" fmla="*/ 61 w 94"/>
                <a:gd name="T25" fmla="*/ 7 h 173"/>
                <a:gd name="T26" fmla="*/ 71 w 94"/>
                <a:gd name="T27" fmla="*/ 3 h 173"/>
                <a:gd name="T28" fmla="*/ 71 w 94"/>
                <a:gd name="T29" fmla="*/ 3 h 173"/>
                <a:gd name="T30" fmla="*/ 83 w 94"/>
                <a:gd name="T31" fmla="*/ 1 h 173"/>
                <a:gd name="T32" fmla="*/ 94 w 94"/>
                <a:gd name="T33" fmla="*/ 0 h 173"/>
                <a:gd name="T34" fmla="*/ 94 w 94"/>
                <a:gd name="T35" fmla="*/ 27 h 173"/>
                <a:gd name="T36" fmla="*/ 92 w 94"/>
                <a:gd name="T37" fmla="*/ 27 h 173"/>
                <a:gd name="T38" fmla="*/ 92 w 94"/>
                <a:gd name="T39" fmla="*/ 27 h 173"/>
                <a:gd name="T40" fmla="*/ 79 w 94"/>
                <a:gd name="T41" fmla="*/ 28 h 173"/>
                <a:gd name="T42" fmla="*/ 67 w 94"/>
                <a:gd name="T43" fmla="*/ 33 h 173"/>
                <a:gd name="T44" fmla="*/ 67 w 94"/>
                <a:gd name="T45" fmla="*/ 33 h 173"/>
                <a:gd name="T46" fmla="*/ 55 w 94"/>
                <a:gd name="T47" fmla="*/ 39 h 173"/>
                <a:gd name="T48" fmla="*/ 45 w 94"/>
                <a:gd name="T49" fmla="*/ 47 h 173"/>
                <a:gd name="T50" fmla="*/ 45 w 94"/>
                <a:gd name="T51" fmla="*/ 47 h 173"/>
                <a:gd name="T52" fmla="*/ 37 w 94"/>
                <a:gd name="T53" fmla="*/ 58 h 173"/>
                <a:gd name="T54" fmla="*/ 31 w 94"/>
                <a:gd name="T55" fmla="*/ 71 h 173"/>
                <a:gd name="T56" fmla="*/ 31 w 94"/>
                <a:gd name="T57" fmla="*/ 71 h 173"/>
                <a:gd name="T58" fmla="*/ 27 w 94"/>
                <a:gd name="T59" fmla="*/ 88 h 173"/>
                <a:gd name="T60" fmla="*/ 25 w 94"/>
                <a:gd name="T61" fmla="*/ 106 h 173"/>
                <a:gd name="T62" fmla="*/ 25 w 94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4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30" y="37"/>
                  </a:lnTo>
                  <a:lnTo>
                    <a:pt x="37" y="28"/>
                  </a:lnTo>
                  <a:lnTo>
                    <a:pt x="37" y="28"/>
                  </a:lnTo>
                  <a:lnTo>
                    <a:pt x="45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3" y="1"/>
                  </a:lnTo>
                  <a:lnTo>
                    <a:pt x="94" y="0"/>
                  </a:lnTo>
                  <a:lnTo>
                    <a:pt x="94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9" y="28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55" y="3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37" y="58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7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Freeform 233">
              <a:extLst>
                <a:ext uri="{FF2B5EF4-FFF2-40B4-BE49-F238E27FC236}">
                  <a16:creationId xmlns:a16="http://schemas.microsoft.com/office/drawing/2014/main" id="{CBDB8D90-5D0E-6CBE-AD93-5E2B6138738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03713" y="4341814"/>
              <a:ext cx="328613" cy="377825"/>
            </a:xfrm>
            <a:custGeom>
              <a:avLst/>
              <a:gdLst>
                <a:gd name="T0" fmla="*/ 189 w 207"/>
                <a:gd name="T1" fmla="*/ 214 h 238"/>
                <a:gd name="T2" fmla="*/ 168 w 207"/>
                <a:gd name="T3" fmla="*/ 226 h 238"/>
                <a:gd name="T4" fmla="*/ 156 w 207"/>
                <a:gd name="T5" fmla="*/ 231 h 238"/>
                <a:gd name="T6" fmla="*/ 144 w 207"/>
                <a:gd name="T7" fmla="*/ 235 h 238"/>
                <a:gd name="T8" fmla="*/ 116 w 207"/>
                <a:gd name="T9" fmla="*/ 238 h 238"/>
                <a:gd name="T10" fmla="*/ 103 w 207"/>
                <a:gd name="T11" fmla="*/ 237 h 238"/>
                <a:gd name="T12" fmla="*/ 81 w 207"/>
                <a:gd name="T13" fmla="*/ 232 h 238"/>
                <a:gd name="T14" fmla="*/ 70 w 207"/>
                <a:gd name="T15" fmla="*/ 228 h 238"/>
                <a:gd name="T16" fmla="*/ 51 w 207"/>
                <a:gd name="T17" fmla="*/ 217 h 238"/>
                <a:gd name="T18" fmla="*/ 33 w 207"/>
                <a:gd name="T19" fmla="*/ 204 h 238"/>
                <a:gd name="T20" fmla="*/ 25 w 207"/>
                <a:gd name="T21" fmla="*/ 195 h 238"/>
                <a:gd name="T22" fmla="*/ 14 w 207"/>
                <a:gd name="T23" fmla="*/ 176 h 238"/>
                <a:gd name="T24" fmla="*/ 9 w 207"/>
                <a:gd name="T25" fmla="*/ 165 h 238"/>
                <a:gd name="T26" fmla="*/ 3 w 207"/>
                <a:gd name="T27" fmla="*/ 143 h 238"/>
                <a:gd name="T28" fmla="*/ 0 w 207"/>
                <a:gd name="T29" fmla="*/ 119 h 238"/>
                <a:gd name="T30" fmla="*/ 2 w 207"/>
                <a:gd name="T31" fmla="*/ 107 h 238"/>
                <a:gd name="T32" fmla="*/ 6 w 207"/>
                <a:gd name="T33" fmla="*/ 83 h 238"/>
                <a:gd name="T34" fmla="*/ 9 w 207"/>
                <a:gd name="T35" fmla="*/ 73 h 238"/>
                <a:gd name="T36" fmla="*/ 20 w 207"/>
                <a:gd name="T37" fmla="*/ 52 h 238"/>
                <a:gd name="T38" fmla="*/ 33 w 207"/>
                <a:gd name="T39" fmla="*/ 35 h 238"/>
                <a:gd name="T40" fmla="*/ 42 w 207"/>
                <a:gd name="T41" fmla="*/ 27 h 238"/>
                <a:gd name="T42" fmla="*/ 60 w 207"/>
                <a:gd name="T43" fmla="*/ 15 h 238"/>
                <a:gd name="T44" fmla="*/ 70 w 207"/>
                <a:gd name="T45" fmla="*/ 9 h 238"/>
                <a:gd name="T46" fmla="*/ 92 w 207"/>
                <a:gd name="T47" fmla="*/ 3 h 238"/>
                <a:gd name="T48" fmla="*/ 116 w 207"/>
                <a:gd name="T49" fmla="*/ 0 h 238"/>
                <a:gd name="T50" fmla="*/ 131 w 207"/>
                <a:gd name="T51" fmla="*/ 1 h 238"/>
                <a:gd name="T52" fmla="*/ 144 w 207"/>
                <a:gd name="T53" fmla="*/ 3 h 238"/>
                <a:gd name="T54" fmla="*/ 168 w 207"/>
                <a:gd name="T55" fmla="*/ 10 h 238"/>
                <a:gd name="T56" fmla="*/ 179 w 207"/>
                <a:gd name="T57" fmla="*/ 15 h 238"/>
                <a:gd name="T58" fmla="*/ 188 w 207"/>
                <a:gd name="T59" fmla="*/ 22 h 238"/>
                <a:gd name="T60" fmla="*/ 188 w 207"/>
                <a:gd name="T61" fmla="*/ 55 h 238"/>
                <a:gd name="T62" fmla="*/ 173 w 207"/>
                <a:gd name="T63" fmla="*/ 43 h 238"/>
                <a:gd name="T64" fmla="*/ 156 w 207"/>
                <a:gd name="T65" fmla="*/ 33 h 238"/>
                <a:gd name="T66" fmla="*/ 139 w 207"/>
                <a:gd name="T67" fmla="*/ 27 h 238"/>
                <a:gd name="T68" fmla="*/ 116 w 207"/>
                <a:gd name="T69" fmla="*/ 24 h 238"/>
                <a:gd name="T70" fmla="*/ 107 w 207"/>
                <a:gd name="T71" fmla="*/ 25 h 238"/>
                <a:gd name="T72" fmla="*/ 89 w 207"/>
                <a:gd name="T73" fmla="*/ 28 h 238"/>
                <a:gd name="T74" fmla="*/ 81 w 207"/>
                <a:gd name="T75" fmla="*/ 31 h 238"/>
                <a:gd name="T76" fmla="*/ 52 w 207"/>
                <a:gd name="T77" fmla="*/ 52 h 238"/>
                <a:gd name="T78" fmla="*/ 42 w 207"/>
                <a:gd name="T79" fmla="*/ 65 h 238"/>
                <a:gd name="T80" fmla="*/ 34 w 207"/>
                <a:gd name="T81" fmla="*/ 82 h 238"/>
                <a:gd name="T82" fmla="*/ 28 w 207"/>
                <a:gd name="T83" fmla="*/ 100 h 238"/>
                <a:gd name="T84" fmla="*/ 27 w 207"/>
                <a:gd name="T85" fmla="*/ 119 h 238"/>
                <a:gd name="T86" fmla="*/ 31 w 207"/>
                <a:gd name="T87" fmla="*/ 147 h 238"/>
                <a:gd name="T88" fmla="*/ 34 w 207"/>
                <a:gd name="T89" fmla="*/ 156 h 238"/>
                <a:gd name="T90" fmla="*/ 52 w 207"/>
                <a:gd name="T91" fmla="*/ 186 h 238"/>
                <a:gd name="T92" fmla="*/ 66 w 207"/>
                <a:gd name="T93" fmla="*/ 198 h 238"/>
                <a:gd name="T94" fmla="*/ 81 w 207"/>
                <a:gd name="T95" fmla="*/ 207 h 238"/>
                <a:gd name="T96" fmla="*/ 98 w 207"/>
                <a:gd name="T97" fmla="*/ 211 h 238"/>
                <a:gd name="T98" fmla="*/ 116 w 207"/>
                <a:gd name="T99" fmla="*/ 214 h 238"/>
                <a:gd name="T100" fmla="*/ 128 w 207"/>
                <a:gd name="T101" fmla="*/ 213 h 238"/>
                <a:gd name="T102" fmla="*/ 147 w 207"/>
                <a:gd name="T103" fmla="*/ 208 h 238"/>
                <a:gd name="T104" fmla="*/ 156 w 207"/>
                <a:gd name="T105" fmla="*/ 205 h 238"/>
                <a:gd name="T106" fmla="*/ 191 w 207"/>
                <a:gd name="T107" fmla="*/ 180 h 238"/>
                <a:gd name="T108" fmla="*/ 207 w 207"/>
                <a:gd name="T109" fmla="*/ 196 h 238"/>
                <a:gd name="T110" fmla="*/ 189 w 207"/>
                <a:gd name="T111" fmla="*/ 214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207" h="238">
                  <a:moveTo>
                    <a:pt x="189" y="214"/>
                  </a:moveTo>
                  <a:lnTo>
                    <a:pt x="189" y="214"/>
                  </a:lnTo>
                  <a:lnTo>
                    <a:pt x="179" y="220"/>
                  </a:lnTo>
                  <a:lnTo>
                    <a:pt x="168" y="226"/>
                  </a:lnTo>
                  <a:lnTo>
                    <a:pt x="168" y="226"/>
                  </a:lnTo>
                  <a:lnTo>
                    <a:pt x="156" y="231"/>
                  </a:lnTo>
                  <a:lnTo>
                    <a:pt x="144" y="235"/>
                  </a:lnTo>
                  <a:lnTo>
                    <a:pt x="144" y="235"/>
                  </a:lnTo>
                  <a:lnTo>
                    <a:pt x="131" y="237"/>
                  </a:lnTo>
                  <a:lnTo>
                    <a:pt x="116" y="238"/>
                  </a:lnTo>
                  <a:lnTo>
                    <a:pt x="116" y="238"/>
                  </a:lnTo>
                  <a:lnTo>
                    <a:pt x="103" y="237"/>
                  </a:lnTo>
                  <a:lnTo>
                    <a:pt x="91" y="235"/>
                  </a:lnTo>
                  <a:lnTo>
                    <a:pt x="81" y="232"/>
                  </a:lnTo>
                  <a:lnTo>
                    <a:pt x="70" y="228"/>
                  </a:lnTo>
                  <a:lnTo>
                    <a:pt x="70" y="228"/>
                  </a:lnTo>
                  <a:lnTo>
                    <a:pt x="60" y="223"/>
                  </a:lnTo>
                  <a:lnTo>
                    <a:pt x="51" y="217"/>
                  </a:lnTo>
                  <a:lnTo>
                    <a:pt x="42" y="211"/>
                  </a:lnTo>
                  <a:lnTo>
                    <a:pt x="33" y="204"/>
                  </a:lnTo>
                  <a:lnTo>
                    <a:pt x="33" y="204"/>
                  </a:lnTo>
                  <a:lnTo>
                    <a:pt x="25" y="195"/>
                  </a:lnTo>
                  <a:lnTo>
                    <a:pt x="20" y="186"/>
                  </a:lnTo>
                  <a:lnTo>
                    <a:pt x="14" y="176"/>
                  </a:lnTo>
                  <a:lnTo>
                    <a:pt x="9" y="165"/>
                  </a:lnTo>
                  <a:lnTo>
                    <a:pt x="9" y="165"/>
                  </a:lnTo>
                  <a:lnTo>
                    <a:pt x="6" y="155"/>
                  </a:lnTo>
                  <a:lnTo>
                    <a:pt x="3" y="143"/>
                  </a:lnTo>
                  <a:lnTo>
                    <a:pt x="2" y="131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2" y="107"/>
                  </a:lnTo>
                  <a:lnTo>
                    <a:pt x="3" y="95"/>
                  </a:lnTo>
                  <a:lnTo>
                    <a:pt x="6" y="83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14" y="62"/>
                  </a:lnTo>
                  <a:lnTo>
                    <a:pt x="20" y="52"/>
                  </a:lnTo>
                  <a:lnTo>
                    <a:pt x="25" y="4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42" y="27"/>
                  </a:lnTo>
                  <a:lnTo>
                    <a:pt x="51" y="21"/>
                  </a:lnTo>
                  <a:lnTo>
                    <a:pt x="60" y="15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81" y="6"/>
                  </a:lnTo>
                  <a:lnTo>
                    <a:pt x="92" y="3"/>
                  </a:lnTo>
                  <a:lnTo>
                    <a:pt x="104" y="1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31" y="1"/>
                  </a:lnTo>
                  <a:lnTo>
                    <a:pt x="144" y="3"/>
                  </a:lnTo>
                  <a:lnTo>
                    <a:pt x="144" y="3"/>
                  </a:lnTo>
                  <a:lnTo>
                    <a:pt x="156" y="6"/>
                  </a:lnTo>
                  <a:lnTo>
                    <a:pt x="168" y="10"/>
                  </a:lnTo>
                  <a:lnTo>
                    <a:pt x="168" y="10"/>
                  </a:lnTo>
                  <a:lnTo>
                    <a:pt x="179" y="15"/>
                  </a:lnTo>
                  <a:lnTo>
                    <a:pt x="188" y="22"/>
                  </a:lnTo>
                  <a:lnTo>
                    <a:pt x="188" y="22"/>
                  </a:lnTo>
                  <a:lnTo>
                    <a:pt x="205" y="37"/>
                  </a:lnTo>
                  <a:lnTo>
                    <a:pt x="188" y="55"/>
                  </a:lnTo>
                  <a:lnTo>
                    <a:pt x="188" y="55"/>
                  </a:lnTo>
                  <a:lnTo>
                    <a:pt x="173" y="43"/>
                  </a:lnTo>
                  <a:lnTo>
                    <a:pt x="156" y="33"/>
                  </a:lnTo>
                  <a:lnTo>
                    <a:pt x="156" y="33"/>
                  </a:lnTo>
                  <a:lnTo>
                    <a:pt x="147" y="30"/>
                  </a:lnTo>
                  <a:lnTo>
                    <a:pt x="139" y="27"/>
                  </a:lnTo>
                  <a:lnTo>
                    <a:pt x="128" y="25"/>
                  </a:lnTo>
                  <a:lnTo>
                    <a:pt x="116" y="24"/>
                  </a:lnTo>
                  <a:lnTo>
                    <a:pt x="116" y="24"/>
                  </a:lnTo>
                  <a:lnTo>
                    <a:pt x="107" y="25"/>
                  </a:lnTo>
                  <a:lnTo>
                    <a:pt x="98" y="25"/>
                  </a:lnTo>
                  <a:lnTo>
                    <a:pt x="89" y="28"/>
                  </a:lnTo>
                  <a:lnTo>
                    <a:pt x="81" y="31"/>
                  </a:lnTo>
                  <a:lnTo>
                    <a:pt x="81" y="31"/>
                  </a:lnTo>
                  <a:lnTo>
                    <a:pt x="66" y="40"/>
                  </a:lnTo>
                  <a:lnTo>
                    <a:pt x="52" y="52"/>
                  </a:lnTo>
                  <a:lnTo>
                    <a:pt x="52" y="52"/>
                  </a:lnTo>
                  <a:lnTo>
                    <a:pt x="42" y="65"/>
                  </a:lnTo>
                  <a:lnTo>
                    <a:pt x="34" y="82"/>
                  </a:lnTo>
                  <a:lnTo>
                    <a:pt x="34" y="82"/>
                  </a:lnTo>
                  <a:lnTo>
                    <a:pt x="31" y="91"/>
                  </a:lnTo>
                  <a:lnTo>
                    <a:pt x="28" y="100"/>
                  </a:lnTo>
                  <a:lnTo>
                    <a:pt x="27" y="119"/>
                  </a:lnTo>
                  <a:lnTo>
                    <a:pt x="27" y="119"/>
                  </a:lnTo>
                  <a:lnTo>
                    <a:pt x="28" y="138"/>
                  </a:lnTo>
                  <a:lnTo>
                    <a:pt x="31" y="147"/>
                  </a:lnTo>
                  <a:lnTo>
                    <a:pt x="34" y="156"/>
                  </a:lnTo>
                  <a:lnTo>
                    <a:pt x="34" y="156"/>
                  </a:lnTo>
                  <a:lnTo>
                    <a:pt x="42" y="173"/>
                  </a:lnTo>
                  <a:lnTo>
                    <a:pt x="52" y="186"/>
                  </a:lnTo>
                  <a:lnTo>
                    <a:pt x="52" y="186"/>
                  </a:lnTo>
                  <a:lnTo>
                    <a:pt x="66" y="198"/>
                  </a:lnTo>
                  <a:lnTo>
                    <a:pt x="81" y="207"/>
                  </a:lnTo>
                  <a:lnTo>
                    <a:pt x="81" y="207"/>
                  </a:lnTo>
                  <a:lnTo>
                    <a:pt x="89" y="210"/>
                  </a:lnTo>
                  <a:lnTo>
                    <a:pt x="98" y="211"/>
                  </a:lnTo>
                  <a:lnTo>
                    <a:pt x="107" y="213"/>
                  </a:lnTo>
                  <a:lnTo>
                    <a:pt x="116" y="214"/>
                  </a:lnTo>
                  <a:lnTo>
                    <a:pt x="116" y="214"/>
                  </a:lnTo>
                  <a:lnTo>
                    <a:pt x="128" y="213"/>
                  </a:lnTo>
                  <a:lnTo>
                    <a:pt x="139" y="211"/>
                  </a:lnTo>
                  <a:lnTo>
                    <a:pt x="147" y="208"/>
                  </a:lnTo>
                  <a:lnTo>
                    <a:pt x="156" y="205"/>
                  </a:lnTo>
                  <a:lnTo>
                    <a:pt x="156" y="205"/>
                  </a:lnTo>
                  <a:lnTo>
                    <a:pt x="174" y="195"/>
                  </a:lnTo>
                  <a:lnTo>
                    <a:pt x="191" y="180"/>
                  </a:lnTo>
                  <a:lnTo>
                    <a:pt x="207" y="196"/>
                  </a:lnTo>
                  <a:lnTo>
                    <a:pt x="207" y="196"/>
                  </a:lnTo>
                  <a:lnTo>
                    <a:pt x="198" y="205"/>
                  </a:lnTo>
                  <a:lnTo>
                    <a:pt x="189" y="214"/>
                  </a:lnTo>
                  <a:lnTo>
                    <a:pt x="189" y="21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Freeform 234">
              <a:extLst>
                <a:ext uri="{FF2B5EF4-FFF2-40B4-BE49-F238E27FC236}">
                  <a16:creationId xmlns:a16="http://schemas.microsoft.com/office/drawing/2014/main" id="{8F7D13A9-A53A-872E-CAEE-3B862896058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660900" y="4438651"/>
              <a:ext cx="252413" cy="280988"/>
            </a:xfrm>
            <a:custGeom>
              <a:avLst/>
              <a:gdLst>
                <a:gd name="T0" fmla="*/ 32 w 159"/>
                <a:gd name="T1" fmla="*/ 122 h 177"/>
                <a:gd name="T2" fmla="*/ 46 w 159"/>
                <a:gd name="T3" fmla="*/ 140 h 177"/>
                <a:gd name="T4" fmla="*/ 53 w 159"/>
                <a:gd name="T5" fmla="*/ 146 h 177"/>
                <a:gd name="T6" fmla="*/ 64 w 159"/>
                <a:gd name="T7" fmla="*/ 150 h 177"/>
                <a:gd name="T8" fmla="*/ 85 w 159"/>
                <a:gd name="T9" fmla="*/ 155 h 177"/>
                <a:gd name="T10" fmla="*/ 101 w 159"/>
                <a:gd name="T11" fmla="*/ 153 h 177"/>
                <a:gd name="T12" fmla="*/ 116 w 159"/>
                <a:gd name="T13" fmla="*/ 147 h 177"/>
                <a:gd name="T14" fmla="*/ 128 w 159"/>
                <a:gd name="T15" fmla="*/ 140 h 177"/>
                <a:gd name="T16" fmla="*/ 154 w 159"/>
                <a:gd name="T17" fmla="*/ 144 h 177"/>
                <a:gd name="T18" fmla="*/ 140 w 159"/>
                <a:gd name="T19" fmla="*/ 158 h 177"/>
                <a:gd name="T20" fmla="*/ 125 w 159"/>
                <a:gd name="T21" fmla="*/ 168 h 177"/>
                <a:gd name="T22" fmla="*/ 107 w 159"/>
                <a:gd name="T23" fmla="*/ 174 h 177"/>
                <a:gd name="T24" fmla="*/ 85 w 159"/>
                <a:gd name="T25" fmla="*/ 177 h 177"/>
                <a:gd name="T26" fmla="*/ 67 w 159"/>
                <a:gd name="T27" fmla="*/ 176 h 177"/>
                <a:gd name="T28" fmla="*/ 52 w 159"/>
                <a:gd name="T29" fmla="*/ 170 h 177"/>
                <a:gd name="T30" fmla="*/ 25 w 159"/>
                <a:gd name="T31" fmla="*/ 152 h 177"/>
                <a:gd name="T32" fmla="*/ 15 w 159"/>
                <a:gd name="T33" fmla="*/ 140 h 177"/>
                <a:gd name="T34" fmla="*/ 6 w 159"/>
                <a:gd name="T35" fmla="*/ 123 h 177"/>
                <a:gd name="T36" fmla="*/ 1 w 159"/>
                <a:gd name="T37" fmla="*/ 107 h 177"/>
                <a:gd name="T38" fmla="*/ 0 w 159"/>
                <a:gd name="T39" fmla="*/ 88 h 177"/>
                <a:gd name="T40" fmla="*/ 6 w 159"/>
                <a:gd name="T41" fmla="*/ 53 h 177"/>
                <a:gd name="T42" fmla="*/ 13 w 159"/>
                <a:gd name="T43" fmla="*/ 39 h 177"/>
                <a:gd name="T44" fmla="*/ 22 w 159"/>
                <a:gd name="T45" fmla="*/ 25 h 177"/>
                <a:gd name="T46" fmla="*/ 47 w 159"/>
                <a:gd name="T47" fmla="*/ 6 h 177"/>
                <a:gd name="T48" fmla="*/ 56 w 159"/>
                <a:gd name="T49" fmla="*/ 3 h 177"/>
                <a:gd name="T50" fmla="*/ 80 w 159"/>
                <a:gd name="T51" fmla="*/ 0 h 177"/>
                <a:gd name="T52" fmla="*/ 89 w 159"/>
                <a:gd name="T53" fmla="*/ 0 h 177"/>
                <a:gd name="T54" fmla="*/ 107 w 159"/>
                <a:gd name="T55" fmla="*/ 3 h 177"/>
                <a:gd name="T56" fmla="*/ 114 w 159"/>
                <a:gd name="T57" fmla="*/ 6 h 177"/>
                <a:gd name="T58" fmla="*/ 140 w 159"/>
                <a:gd name="T59" fmla="*/ 25 h 177"/>
                <a:gd name="T60" fmla="*/ 148 w 159"/>
                <a:gd name="T61" fmla="*/ 39 h 177"/>
                <a:gd name="T62" fmla="*/ 154 w 159"/>
                <a:gd name="T63" fmla="*/ 53 h 177"/>
                <a:gd name="T64" fmla="*/ 159 w 159"/>
                <a:gd name="T65" fmla="*/ 89 h 177"/>
                <a:gd name="T66" fmla="*/ 159 w 159"/>
                <a:gd name="T67" fmla="*/ 92 h 177"/>
                <a:gd name="T68" fmla="*/ 159 w 159"/>
                <a:gd name="T69" fmla="*/ 97 h 177"/>
                <a:gd name="T70" fmla="*/ 25 w 159"/>
                <a:gd name="T71" fmla="*/ 97 h 177"/>
                <a:gd name="T72" fmla="*/ 32 w 159"/>
                <a:gd name="T73" fmla="*/ 122 h 177"/>
                <a:gd name="T74" fmla="*/ 134 w 159"/>
                <a:gd name="T75" fmla="*/ 79 h 177"/>
                <a:gd name="T76" fmla="*/ 132 w 159"/>
                <a:gd name="T77" fmla="*/ 67 h 177"/>
                <a:gd name="T78" fmla="*/ 129 w 159"/>
                <a:gd name="T79" fmla="*/ 56 h 177"/>
                <a:gd name="T80" fmla="*/ 119 w 159"/>
                <a:gd name="T81" fmla="*/ 39 h 177"/>
                <a:gd name="T82" fmla="*/ 111 w 159"/>
                <a:gd name="T83" fmla="*/ 31 h 177"/>
                <a:gd name="T84" fmla="*/ 102 w 159"/>
                <a:gd name="T85" fmla="*/ 25 h 177"/>
                <a:gd name="T86" fmla="*/ 80 w 159"/>
                <a:gd name="T87" fmla="*/ 21 h 177"/>
                <a:gd name="T88" fmla="*/ 70 w 159"/>
                <a:gd name="T89" fmla="*/ 22 h 177"/>
                <a:gd name="T90" fmla="*/ 59 w 159"/>
                <a:gd name="T91" fmla="*/ 25 h 177"/>
                <a:gd name="T92" fmla="*/ 43 w 159"/>
                <a:gd name="T93" fmla="*/ 37 h 177"/>
                <a:gd name="T94" fmla="*/ 37 w 159"/>
                <a:gd name="T95" fmla="*/ 46 h 177"/>
                <a:gd name="T96" fmla="*/ 31 w 159"/>
                <a:gd name="T97" fmla="*/ 55 h 177"/>
                <a:gd name="T98" fmla="*/ 25 w 159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9" h="177">
                  <a:moveTo>
                    <a:pt x="32" y="122"/>
                  </a:moveTo>
                  <a:lnTo>
                    <a:pt x="32" y="122"/>
                  </a:lnTo>
                  <a:lnTo>
                    <a:pt x="38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3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4" y="153"/>
                  </a:lnTo>
                  <a:lnTo>
                    <a:pt x="85" y="155"/>
                  </a:lnTo>
                  <a:lnTo>
                    <a:pt x="85" y="155"/>
                  </a:lnTo>
                  <a:lnTo>
                    <a:pt x="101" y="153"/>
                  </a:lnTo>
                  <a:lnTo>
                    <a:pt x="108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4" y="144"/>
                  </a:lnTo>
                  <a:lnTo>
                    <a:pt x="154" y="144"/>
                  </a:lnTo>
                  <a:lnTo>
                    <a:pt x="140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6" y="171"/>
                  </a:lnTo>
                  <a:lnTo>
                    <a:pt x="107" y="174"/>
                  </a:lnTo>
                  <a:lnTo>
                    <a:pt x="96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7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6" y="123"/>
                  </a:lnTo>
                  <a:lnTo>
                    <a:pt x="6" y="123"/>
                  </a:lnTo>
                  <a:lnTo>
                    <a:pt x="3" y="116"/>
                  </a:lnTo>
                  <a:lnTo>
                    <a:pt x="1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3" y="39"/>
                  </a:lnTo>
                  <a:lnTo>
                    <a:pt x="22" y="25"/>
                  </a:lnTo>
                  <a:lnTo>
                    <a:pt x="22" y="25"/>
                  </a:lnTo>
                  <a:lnTo>
                    <a:pt x="34" y="15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56" y="3"/>
                  </a:lnTo>
                  <a:lnTo>
                    <a:pt x="64" y="1"/>
                  </a:lnTo>
                  <a:lnTo>
                    <a:pt x="80" y="0"/>
                  </a:lnTo>
                  <a:lnTo>
                    <a:pt x="80" y="0"/>
                  </a:lnTo>
                  <a:lnTo>
                    <a:pt x="89" y="0"/>
                  </a:lnTo>
                  <a:lnTo>
                    <a:pt x="98" y="1"/>
                  </a:lnTo>
                  <a:lnTo>
                    <a:pt x="107" y="3"/>
                  </a:lnTo>
                  <a:lnTo>
                    <a:pt x="114" y="6"/>
                  </a:lnTo>
                  <a:lnTo>
                    <a:pt x="114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8" y="39"/>
                  </a:lnTo>
                  <a:lnTo>
                    <a:pt x="154" y="53"/>
                  </a:lnTo>
                  <a:lnTo>
                    <a:pt x="154" y="53"/>
                  </a:lnTo>
                  <a:lnTo>
                    <a:pt x="157" y="71"/>
                  </a:lnTo>
                  <a:lnTo>
                    <a:pt x="159" y="89"/>
                  </a:lnTo>
                  <a:lnTo>
                    <a:pt x="159" y="89"/>
                  </a:lnTo>
                  <a:lnTo>
                    <a:pt x="159" y="92"/>
                  </a:lnTo>
                  <a:lnTo>
                    <a:pt x="159" y="92"/>
                  </a:lnTo>
                  <a:lnTo>
                    <a:pt x="159" y="97"/>
                  </a:lnTo>
                  <a:lnTo>
                    <a:pt x="25" y="97"/>
                  </a:lnTo>
                  <a:lnTo>
                    <a:pt x="25" y="97"/>
                  </a:lnTo>
                  <a:lnTo>
                    <a:pt x="28" y="110"/>
                  </a:lnTo>
                  <a:lnTo>
                    <a:pt x="32" y="122"/>
                  </a:lnTo>
                  <a:lnTo>
                    <a:pt x="32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2" y="67"/>
                  </a:lnTo>
                  <a:lnTo>
                    <a:pt x="129" y="56"/>
                  </a:lnTo>
                  <a:lnTo>
                    <a:pt x="129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1" y="31"/>
                  </a:lnTo>
                  <a:lnTo>
                    <a:pt x="102" y="25"/>
                  </a:lnTo>
                  <a:lnTo>
                    <a:pt x="102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59" y="25"/>
                  </a:lnTo>
                  <a:lnTo>
                    <a:pt x="59" y="25"/>
                  </a:lnTo>
                  <a:lnTo>
                    <a:pt x="50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5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3" name="Freeform 235">
              <a:extLst>
                <a:ext uri="{FF2B5EF4-FFF2-40B4-BE49-F238E27FC236}">
                  <a16:creationId xmlns:a16="http://schemas.microsoft.com/office/drawing/2014/main" id="{CBDD1288-C2A8-FD26-41C8-B4FCEB8ABD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65700" y="4438651"/>
              <a:ext cx="233363" cy="274638"/>
            </a:xfrm>
            <a:custGeom>
              <a:avLst/>
              <a:gdLst>
                <a:gd name="T0" fmla="*/ 25 w 147"/>
                <a:gd name="T1" fmla="*/ 173 h 173"/>
                <a:gd name="T2" fmla="*/ 0 w 147"/>
                <a:gd name="T3" fmla="*/ 173 h 173"/>
                <a:gd name="T4" fmla="*/ 0 w 147"/>
                <a:gd name="T5" fmla="*/ 3 h 173"/>
                <a:gd name="T6" fmla="*/ 25 w 147"/>
                <a:gd name="T7" fmla="*/ 3 h 173"/>
                <a:gd name="T8" fmla="*/ 25 w 147"/>
                <a:gd name="T9" fmla="*/ 33 h 173"/>
                <a:gd name="T10" fmla="*/ 25 w 147"/>
                <a:gd name="T11" fmla="*/ 33 h 173"/>
                <a:gd name="T12" fmla="*/ 35 w 147"/>
                <a:gd name="T13" fmla="*/ 19 h 173"/>
                <a:gd name="T14" fmla="*/ 47 w 147"/>
                <a:gd name="T15" fmla="*/ 9 h 173"/>
                <a:gd name="T16" fmla="*/ 47 w 147"/>
                <a:gd name="T17" fmla="*/ 9 h 173"/>
                <a:gd name="T18" fmla="*/ 55 w 147"/>
                <a:gd name="T19" fmla="*/ 4 h 173"/>
                <a:gd name="T20" fmla="*/ 62 w 147"/>
                <a:gd name="T21" fmla="*/ 1 h 173"/>
                <a:gd name="T22" fmla="*/ 72 w 147"/>
                <a:gd name="T23" fmla="*/ 0 h 173"/>
                <a:gd name="T24" fmla="*/ 83 w 147"/>
                <a:gd name="T25" fmla="*/ 0 h 173"/>
                <a:gd name="T26" fmla="*/ 83 w 147"/>
                <a:gd name="T27" fmla="*/ 0 h 173"/>
                <a:gd name="T28" fmla="*/ 98 w 147"/>
                <a:gd name="T29" fmla="*/ 1 h 173"/>
                <a:gd name="T30" fmla="*/ 110 w 147"/>
                <a:gd name="T31" fmla="*/ 4 h 173"/>
                <a:gd name="T32" fmla="*/ 110 w 147"/>
                <a:gd name="T33" fmla="*/ 4 h 173"/>
                <a:gd name="T34" fmla="*/ 122 w 147"/>
                <a:gd name="T35" fmla="*/ 10 h 173"/>
                <a:gd name="T36" fmla="*/ 131 w 147"/>
                <a:gd name="T37" fmla="*/ 18 h 173"/>
                <a:gd name="T38" fmla="*/ 131 w 147"/>
                <a:gd name="T39" fmla="*/ 18 h 173"/>
                <a:gd name="T40" fmla="*/ 138 w 147"/>
                <a:gd name="T41" fmla="*/ 28 h 173"/>
                <a:gd name="T42" fmla="*/ 142 w 147"/>
                <a:gd name="T43" fmla="*/ 40 h 173"/>
                <a:gd name="T44" fmla="*/ 142 w 147"/>
                <a:gd name="T45" fmla="*/ 40 h 173"/>
                <a:gd name="T46" fmla="*/ 147 w 147"/>
                <a:gd name="T47" fmla="*/ 53 h 173"/>
                <a:gd name="T48" fmla="*/ 147 w 147"/>
                <a:gd name="T49" fmla="*/ 67 h 173"/>
                <a:gd name="T50" fmla="*/ 147 w 147"/>
                <a:gd name="T51" fmla="*/ 173 h 173"/>
                <a:gd name="T52" fmla="*/ 123 w 147"/>
                <a:gd name="T53" fmla="*/ 173 h 173"/>
                <a:gd name="T54" fmla="*/ 123 w 147"/>
                <a:gd name="T55" fmla="*/ 73 h 173"/>
                <a:gd name="T56" fmla="*/ 123 w 147"/>
                <a:gd name="T57" fmla="*/ 73 h 173"/>
                <a:gd name="T58" fmla="*/ 122 w 147"/>
                <a:gd name="T59" fmla="*/ 62 h 173"/>
                <a:gd name="T60" fmla="*/ 119 w 147"/>
                <a:gd name="T61" fmla="*/ 52 h 173"/>
                <a:gd name="T62" fmla="*/ 116 w 147"/>
                <a:gd name="T63" fmla="*/ 43 h 173"/>
                <a:gd name="T64" fmla="*/ 110 w 147"/>
                <a:gd name="T65" fmla="*/ 36 h 173"/>
                <a:gd name="T66" fmla="*/ 110 w 147"/>
                <a:gd name="T67" fmla="*/ 36 h 173"/>
                <a:gd name="T68" fmla="*/ 104 w 147"/>
                <a:gd name="T69" fmla="*/ 30 h 173"/>
                <a:gd name="T70" fmla="*/ 95 w 147"/>
                <a:gd name="T71" fmla="*/ 25 h 173"/>
                <a:gd name="T72" fmla="*/ 86 w 147"/>
                <a:gd name="T73" fmla="*/ 24 h 173"/>
                <a:gd name="T74" fmla="*/ 75 w 147"/>
                <a:gd name="T75" fmla="*/ 22 h 173"/>
                <a:gd name="T76" fmla="*/ 75 w 147"/>
                <a:gd name="T77" fmla="*/ 22 h 173"/>
                <a:gd name="T78" fmla="*/ 65 w 147"/>
                <a:gd name="T79" fmla="*/ 24 h 173"/>
                <a:gd name="T80" fmla="*/ 55 w 147"/>
                <a:gd name="T81" fmla="*/ 27 h 173"/>
                <a:gd name="T82" fmla="*/ 55 w 147"/>
                <a:gd name="T83" fmla="*/ 27 h 173"/>
                <a:gd name="T84" fmla="*/ 47 w 147"/>
                <a:gd name="T85" fmla="*/ 31 h 173"/>
                <a:gd name="T86" fmla="*/ 40 w 147"/>
                <a:gd name="T87" fmla="*/ 37 h 173"/>
                <a:gd name="T88" fmla="*/ 40 w 147"/>
                <a:gd name="T89" fmla="*/ 37 h 173"/>
                <a:gd name="T90" fmla="*/ 32 w 147"/>
                <a:gd name="T91" fmla="*/ 45 h 173"/>
                <a:gd name="T92" fmla="*/ 28 w 147"/>
                <a:gd name="T93" fmla="*/ 53 h 173"/>
                <a:gd name="T94" fmla="*/ 28 w 147"/>
                <a:gd name="T95" fmla="*/ 53 h 173"/>
                <a:gd name="T96" fmla="*/ 26 w 147"/>
                <a:gd name="T97" fmla="*/ 64 h 173"/>
                <a:gd name="T98" fmla="*/ 25 w 147"/>
                <a:gd name="T99" fmla="*/ 76 h 173"/>
                <a:gd name="T100" fmla="*/ 25 w 147"/>
                <a:gd name="T101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47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33"/>
                  </a:lnTo>
                  <a:lnTo>
                    <a:pt x="25" y="33"/>
                  </a:lnTo>
                  <a:lnTo>
                    <a:pt x="35" y="19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55" y="4"/>
                  </a:lnTo>
                  <a:lnTo>
                    <a:pt x="62" y="1"/>
                  </a:lnTo>
                  <a:lnTo>
                    <a:pt x="72" y="0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98" y="1"/>
                  </a:lnTo>
                  <a:lnTo>
                    <a:pt x="110" y="4"/>
                  </a:lnTo>
                  <a:lnTo>
                    <a:pt x="110" y="4"/>
                  </a:lnTo>
                  <a:lnTo>
                    <a:pt x="122" y="10"/>
                  </a:lnTo>
                  <a:lnTo>
                    <a:pt x="131" y="18"/>
                  </a:lnTo>
                  <a:lnTo>
                    <a:pt x="131" y="18"/>
                  </a:lnTo>
                  <a:lnTo>
                    <a:pt x="138" y="28"/>
                  </a:lnTo>
                  <a:lnTo>
                    <a:pt x="142" y="40"/>
                  </a:lnTo>
                  <a:lnTo>
                    <a:pt x="142" y="40"/>
                  </a:lnTo>
                  <a:lnTo>
                    <a:pt x="147" y="53"/>
                  </a:lnTo>
                  <a:lnTo>
                    <a:pt x="147" y="67"/>
                  </a:lnTo>
                  <a:lnTo>
                    <a:pt x="147" y="173"/>
                  </a:lnTo>
                  <a:lnTo>
                    <a:pt x="123" y="173"/>
                  </a:lnTo>
                  <a:lnTo>
                    <a:pt x="123" y="73"/>
                  </a:lnTo>
                  <a:lnTo>
                    <a:pt x="123" y="73"/>
                  </a:lnTo>
                  <a:lnTo>
                    <a:pt x="122" y="62"/>
                  </a:lnTo>
                  <a:lnTo>
                    <a:pt x="119" y="52"/>
                  </a:lnTo>
                  <a:lnTo>
                    <a:pt x="116" y="43"/>
                  </a:lnTo>
                  <a:lnTo>
                    <a:pt x="110" y="36"/>
                  </a:lnTo>
                  <a:lnTo>
                    <a:pt x="110" y="36"/>
                  </a:lnTo>
                  <a:lnTo>
                    <a:pt x="104" y="30"/>
                  </a:lnTo>
                  <a:lnTo>
                    <a:pt x="95" y="25"/>
                  </a:lnTo>
                  <a:lnTo>
                    <a:pt x="86" y="24"/>
                  </a:lnTo>
                  <a:lnTo>
                    <a:pt x="75" y="22"/>
                  </a:lnTo>
                  <a:lnTo>
                    <a:pt x="75" y="22"/>
                  </a:lnTo>
                  <a:lnTo>
                    <a:pt x="65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47" y="31"/>
                  </a:lnTo>
                  <a:lnTo>
                    <a:pt x="40" y="37"/>
                  </a:lnTo>
                  <a:lnTo>
                    <a:pt x="40" y="37"/>
                  </a:lnTo>
                  <a:lnTo>
                    <a:pt x="32" y="45"/>
                  </a:lnTo>
                  <a:lnTo>
                    <a:pt x="28" y="53"/>
                  </a:lnTo>
                  <a:lnTo>
                    <a:pt x="28" y="53"/>
                  </a:lnTo>
                  <a:lnTo>
                    <a:pt x="26" y="64"/>
                  </a:lnTo>
                  <a:lnTo>
                    <a:pt x="25" y="7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4" name="Freeform 236">
              <a:extLst>
                <a:ext uri="{FF2B5EF4-FFF2-40B4-BE49-F238E27FC236}">
                  <a16:creationId xmlns:a16="http://schemas.microsoft.com/office/drawing/2014/main" id="{D3C5799D-E15A-99C6-44C7-73BCFFC9362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233988" y="4362451"/>
              <a:ext cx="163513" cy="355600"/>
            </a:xfrm>
            <a:custGeom>
              <a:avLst/>
              <a:gdLst>
                <a:gd name="T0" fmla="*/ 49 w 103"/>
                <a:gd name="T1" fmla="*/ 173 h 224"/>
                <a:gd name="T2" fmla="*/ 49 w 103"/>
                <a:gd name="T3" fmla="*/ 173 h 224"/>
                <a:gd name="T4" fmla="*/ 49 w 103"/>
                <a:gd name="T5" fmla="*/ 179 h 224"/>
                <a:gd name="T6" fmla="*/ 51 w 103"/>
                <a:gd name="T7" fmla="*/ 186 h 224"/>
                <a:gd name="T8" fmla="*/ 54 w 103"/>
                <a:gd name="T9" fmla="*/ 191 h 224"/>
                <a:gd name="T10" fmla="*/ 57 w 103"/>
                <a:gd name="T11" fmla="*/ 194 h 224"/>
                <a:gd name="T12" fmla="*/ 57 w 103"/>
                <a:gd name="T13" fmla="*/ 194 h 224"/>
                <a:gd name="T14" fmla="*/ 61 w 103"/>
                <a:gd name="T15" fmla="*/ 197 h 224"/>
                <a:gd name="T16" fmla="*/ 66 w 103"/>
                <a:gd name="T17" fmla="*/ 198 h 224"/>
                <a:gd name="T18" fmla="*/ 78 w 103"/>
                <a:gd name="T19" fmla="*/ 201 h 224"/>
                <a:gd name="T20" fmla="*/ 78 w 103"/>
                <a:gd name="T21" fmla="*/ 201 h 224"/>
                <a:gd name="T22" fmla="*/ 89 w 103"/>
                <a:gd name="T23" fmla="*/ 200 h 224"/>
                <a:gd name="T24" fmla="*/ 89 w 103"/>
                <a:gd name="T25" fmla="*/ 200 h 224"/>
                <a:gd name="T26" fmla="*/ 103 w 103"/>
                <a:gd name="T27" fmla="*/ 195 h 224"/>
                <a:gd name="T28" fmla="*/ 103 w 103"/>
                <a:gd name="T29" fmla="*/ 216 h 224"/>
                <a:gd name="T30" fmla="*/ 103 w 103"/>
                <a:gd name="T31" fmla="*/ 216 h 224"/>
                <a:gd name="T32" fmla="*/ 95 w 103"/>
                <a:gd name="T33" fmla="*/ 219 h 224"/>
                <a:gd name="T34" fmla="*/ 88 w 103"/>
                <a:gd name="T35" fmla="*/ 222 h 224"/>
                <a:gd name="T36" fmla="*/ 88 w 103"/>
                <a:gd name="T37" fmla="*/ 222 h 224"/>
                <a:gd name="T38" fmla="*/ 80 w 103"/>
                <a:gd name="T39" fmla="*/ 224 h 224"/>
                <a:gd name="T40" fmla="*/ 72 w 103"/>
                <a:gd name="T41" fmla="*/ 224 h 224"/>
                <a:gd name="T42" fmla="*/ 72 w 103"/>
                <a:gd name="T43" fmla="*/ 224 h 224"/>
                <a:gd name="T44" fmla="*/ 63 w 103"/>
                <a:gd name="T45" fmla="*/ 222 h 224"/>
                <a:gd name="T46" fmla="*/ 52 w 103"/>
                <a:gd name="T47" fmla="*/ 221 h 224"/>
                <a:gd name="T48" fmla="*/ 52 w 103"/>
                <a:gd name="T49" fmla="*/ 221 h 224"/>
                <a:gd name="T50" fmla="*/ 45 w 103"/>
                <a:gd name="T51" fmla="*/ 218 h 224"/>
                <a:gd name="T52" fmla="*/ 37 w 103"/>
                <a:gd name="T53" fmla="*/ 213 h 224"/>
                <a:gd name="T54" fmla="*/ 37 w 103"/>
                <a:gd name="T55" fmla="*/ 213 h 224"/>
                <a:gd name="T56" fmla="*/ 31 w 103"/>
                <a:gd name="T57" fmla="*/ 206 h 224"/>
                <a:gd name="T58" fmla="*/ 27 w 103"/>
                <a:gd name="T59" fmla="*/ 198 h 224"/>
                <a:gd name="T60" fmla="*/ 27 w 103"/>
                <a:gd name="T61" fmla="*/ 198 h 224"/>
                <a:gd name="T62" fmla="*/ 25 w 103"/>
                <a:gd name="T63" fmla="*/ 188 h 224"/>
                <a:gd name="T64" fmla="*/ 24 w 103"/>
                <a:gd name="T65" fmla="*/ 176 h 224"/>
                <a:gd name="T66" fmla="*/ 24 w 103"/>
                <a:gd name="T67" fmla="*/ 73 h 224"/>
                <a:gd name="T68" fmla="*/ 0 w 103"/>
                <a:gd name="T69" fmla="*/ 73 h 224"/>
                <a:gd name="T70" fmla="*/ 0 w 103"/>
                <a:gd name="T71" fmla="*/ 51 h 224"/>
                <a:gd name="T72" fmla="*/ 24 w 103"/>
                <a:gd name="T73" fmla="*/ 51 h 224"/>
                <a:gd name="T74" fmla="*/ 24 w 103"/>
                <a:gd name="T75" fmla="*/ 0 h 224"/>
                <a:gd name="T76" fmla="*/ 49 w 103"/>
                <a:gd name="T77" fmla="*/ 0 h 224"/>
                <a:gd name="T78" fmla="*/ 49 w 103"/>
                <a:gd name="T79" fmla="*/ 51 h 224"/>
                <a:gd name="T80" fmla="*/ 103 w 103"/>
                <a:gd name="T81" fmla="*/ 51 h 224"/>
                <a:gd name="T82" fmla="*/ 103 w 103"/>
                <a:gd name="T83" fmla="*/ 73 h 224"/>
                <a:gd name="T84" fmla="*/ 49 w 103"/>
                <a:gd name="T85" fmla="*/ 73 h 224"/>
                <a:gd name="T86" fmla="*/ 49 w 103"/>
                <a:gd name="T87" fmla="*/ 1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3" h="224">
                  <a:moveTo>
                    <a:pt x="49" y="173"/>
                  </a:moveTo>
                  <a:lnTo>
                    <a:pt x="49" y="173"/>
                  </a:lnTo>
                  <a:lnTo>
                    <a:pt x="49" y="179"/>
                  </a:lnTo>
                  <a:lnTo>
                    <a:pt x="51" y="186"/>
                  </a:lnTo>
                  <a:lnTo>
                    <a:pt x="54" y="191"/>
                  </a:lnTo>
                  <a:lnTo>
                    <a:pt x="57" y="194"/>
                  </a:lnTo>
                  <a:lnTo>
                    <a:pt x="57" y="194"/>
                  </a:lnTo>
                  <a:lnTo>
                    <a:pt x="61" y="197"/>
                  </a:lnTo>
                  <a:lnTo>
                    <a:pt x="66" y="198"/>
                  </a:lnTo>
                  <a:lnTo>
                    <a:pt x="78" y="201"/>
                  </a:lnTo>
                  <a:lnTo>
                    <a:pt x="78" y="201"/>
                  </a:lnTo>
                  <a:lnTo>
                    <a:pt x="89" y="200"/>
                  </a:lnTo>
                  <a:lnTo>
                    <a:pt x="89" y="200"/>
                  </a:lnTo>
                  <a:lnTo>
                    <a:pt x="103" y="195"/>
                  </a:lnTo>
                  <a:lnTo>
                    <a:pt x="103" y="216"/>
                  </a:lnTo>
                  <a:lnTo>
                    <a:pt x="103" y="216"/>
                  </a:lnTo>
                  <a:lnTo>
                    <a:pt x="95" y="219"/>
                  </a:lnTo>
                  <a:lnTo>
                    <a:pt x="88" y="222"/>
                  </a:lnTo>
                  <a:lnTo>
                    <a:pt x="88" y="222"/>
                  </a:lnTo>
                  <a:lnTo>
                    <a:pt x="80" y="224"/>
                  </a:lnTo>
                  <a:lnTo>
                    <a:pt x="72" y="224"/>
                  </a:lnTo>
                  <a:lnTo>
                    <a:pt x="72" y="224"/>
                  </a:lnTo>
                  <a:lnTo>
                    <a:pt x="63" y="222"/>
                  </a:lnTo>
                  <a:lnTo>
                    <a:pt x="52" y="221"/>
                  </a:lnTo>
                  <a:lnTo>
                    <a:pt x="52" y="221"/>
                  </a:lnTo>
                  <a:lnTo>
                    <a:pt x="45" y="218"/>
                  </a:lnTo>
                  <a:lnTo>
                    <a:pt x="37" y="213"/>
                  </a:lnTo>
                  <a:lnTo>
                    <a:pt x="37" y="213"/>
                  </a:lnTo>
                  <a:lnTo>
                    <a:pt x="31" y="206"/>
                  </a:lnTo>
                  <a:lnTo>
                    <a:pt x="27" y="198"/>
                  </a:lnTo>
                  <a:lnTo>
                    <a:pt x="27" y="198"/>
                  </a:lnTo>
                  <a:lnTo>
                    <a:pt x="25" y="188"/>
                  </a:lnTo>
                  <a:lnTo>
                    <a:pt x="24" y="176"/>
                  </a:lnTo>
                  <a:lnTo>
                    <a:pt x="24" y="73"/>
                  </a:lnTo>
                  <a:lnTo>
                    <a:pt x="0" y="73"/>
                  </a:lnTo>
                  <a:lnTo>
                    <a:pt x="0" y="51"/>
                  </a:lnTo>
                  <a:lnTo>
                    <a:pt x="24" y="51"/>
                  </a:lnTo>
                  <a:lnTo>
                    <a:pt x="24" y="0"/>
                  </a:lnTo>
                  <a:lnTo>
                    <a:pt x="49" y="0"/>
                  </a:lnTo>
                  <a:lnTo>
                    <a:pt x="49" y="51"/>
                  </a:lnTo>
                  <a:lnTo>
                    <a:pt x="103" y="51"/>
                  </a:lnTo>
                  <a:lnTo>
                    <a:pt x="103" y="73"/>
                  </a:lnTo>
                  <a:lnTo>
                    <a:pt x="49" y="73"/>
                  </a:lnTo>
                  <a:lnTo>
                    <a:pt x="49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5" name="Freeform 237">
              <a:extLst>
                <a:ext uri="{FF2B5EF4-FFF2-40B4-BE49-F238E27FC236}">
                  <a16:creationId xmlns:a16="http://schemas.microsoft.com/office/drawing/2014/main" id="{0035DBBA-08F8-0F74-4291-6AA243F3C1F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5440363" y="4438651"/>
              <a:ext cx="147638" cy="274638"/>
            </a:xfrm>
            <a:custGeom>
              <a:avLst/>
              <a:gdLst>
                <a:gd name="T0" fmla="*/ 25 w 93"/>
                <a:gd name="T1" fmla="*/ 173 h 173"/>
                <a:gd name="T2" fmla="*/ 0 w 93"/>
                <a:gd name="T3" fmla="*/ 173 h 173"/>
                <a:gd name="T4" fmla="*/ 0 w 93"/>
                <a:gd name="T5" fmla="*/ 3 h 173"/>
                <a:gd name="T6" fmla="*/ 25 w 93"/>
                <a:gd name="T7" fmla="*/ 3 h 173"/>
                <a:gd name="T8" fmla="*/ 25 w 93"/>
                <a:gd name="T9" fmla="*/ 47 h 173"/>
                <a:gd name="T10" fmla="*/ 25 w 93"/>
                <a:gd name="T11" fmla="*/ 47 h 173"/>
                <a:gd name="T12" fmla="*/ 29 w 93"/>
                <a:gd name="T13" fmla="*/ 37 h 173"/>
                <a:gd name="T14" fmla="*/ 35 w 93"/>
                <a:gd name="T15" fmla="*/ 28 h 173"/>
                <a:gd name="T16" fmla="*/ 35 w 93"/>
                <a:gd name="T17" fmla="*/ 28 h 173"/>
                <a:gd name="T18" fmla="*/ 43 w 93"/>
                <a:gd name="T19" fmla="*/ 19 h 173"/>
                <a:gd name="T20" fmla="*/ 52 w 93"/>
                <a:gd name="T21" fmla="*/ 13 h 173"/>
                <a:gd name="T22" fmla="*/ 52 w 93"/>
                <a:gd name="T23" fmla="*/ 13 h 173"/>
                <a:gd name="T24" fmla="*/ 61 w 93"/>
                <a:gd name="T25" fmla="*/ 7 h 173"/>
                <a:gd name="T26" fmla="*/ 71 w 93"/>
                <a:gd name="T27" fmla="*/ 3 h 173"/>
                <a:gd name="T28" fmla="*/ 71 w 93"/>
                <a:gd name="T29" fmla="*/ 3 h 173"/>
                <a:gd name="T30" fmla="*/ 81 w 93"/>
                <a:gd name="T31" fmla="*/ 1 h 173"/>
                <a:gd name="T32" fmla="*/ 93 w 93"/>
                <a:gd name="T33" fmla="*/ 0 h 173"/>
                <a:gd name="T34" fmla="*/ 93 w 93"/>
                <a:gd name="T35" fmla="*/ 27 h 173"/>
                <a:gd name="T36" fmla="*/ 92 w 93"/>
                <a:gd name="T37" fmla="*/ 27 h 173"/>
                <a:gd name="T38" fmla="*/ 92 w 93"/>
                <a:gd name="T39" fmla="*/ 27 h 173"/>
                <a:gd name="T40" fmla="*/ 78 w 93"/>
                <a:gd name="T41" fmla="*/ 28 h 173"/>
                <a:gd name="T42" fmla="*/ 65 w 93"/>
                <a:gd name="T43" fmla="*/ 33 h 173"/>
                <a:gd name="T44" fmla="*/ 65 w 93"/>
                <a:gd name="T45" fmla="*/ 33 h 173"/>
                <a:gd name="T46" fmla="*/ 55 w 93"/>
                <a:gd name="T47" fmla="*/ 39 h 173"/>
                <a:gd name="T48" fmla="*/ 44 w 93"/>
                <a:gd name="T49" fmla="*/ 47 h 173"/>
                <a:gd name="T50" fmla="*/ 44 w 93"/>
                <a:gd name="T51" fmla="*/ 47 h 173"/>
                <a:gd name="T52" fmla="*/ 35 w 93"/>
                <a:gd name="T53" fmla="*/ 58 h 173"/>
                <a:gd name="T54" fmla="*/ 29 w 93"/>
                <a:gd name="T55" fmla="*/ 71 h 173"/>
                <a:gd name="T56" fmla="*/ 29 w 93"/>
                <a:gd name="T57" fmla="*/ 71 h 173"/>
                <a:gd name="T58" fmla="*/ 26 w 93"/>
                <a:gd name="T59" fmla="*/ 88 h 173"/>
                <a:gd name="T60" fmla="*/ 25 w 93"/>
                <a:gd name="T61" fmla="*/ 106 h 173"/>
                <a:gd name="T62" fmla="*/ 25 w 93"/>
                <a:gd name="T63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3" h="173">
                  <a:moveTo>
                    <a:pt x="25" y="173"/>
                  </a:moveTo>
                  <a:lnTo>
                    <a:pt x="0" y="173"/>
                  </a:lnTo>
                  <a:lnTo>
                    <a:pt x="0" y="3"/>
                  </a:lnTo>
                  <a:lnTo>
                    <a:pt x="25" y="3"/>
                  </a:lnTo>
                  <a:lnTo>
                    <a:pt x="25" y="47"/>
                  </a:lnTo>
                  <a:lnTo>
                    <a:pt x="25" y="47"/>
                  </a:lnTo>
                  <a:lnTo>
                    <a:pt x="29" y="37"/>
                  </a:lnTo>
                  <a:lnTo>
                    <a:pt x="35" y="28"/>
                  </a:lnTo>
                  <a:lnTo>
                    <a:pt x="35" y="28"/>
                  </a:lnTo>
                  <a:lnTo>
                    <a:pt x="43" y="19"/>
                  </a:lnTo>
                  <a:lnTo>
                    <a:pt x="52" y="13"/>
                  </a:lnTo>
                  <a:lnTo>
                    <a:pt x="52" y="13"/>
                  </a:lnTo>
                  <a:lnTo>
                    <a:pt x="61" y="7"/>
                  </a:lnTo>
                  <a:lnTo>
                    <a:pt x="71" y="3"/>
                  </a:lnTo>
                  <a:lnTo>
                    <a:pt x="71" y="3"/>
                  </a:lnTo>
                  <a:lnTo>
                    <a:pt x="81" y="1"/>
                  </a:lnTo>
                  <a:lnTo>
                    <a:pt x="93" y="0"/>
                  </a:lnTo>
                  <a:lnTo>
                    <a:pt x="93" y="27"/>
                  </a:lnTo>
                  <a:lnTo>
                    <a:pt x="92" y="27"/>
                  </a:lnTo>
                  <a:lnTo>
                    <a:pt x="92" y="27"/>
                  </a:lnTo>
                  <a:lnTo>
                    <a:pt x="78" y="28"/>
                  </a:lnTo>
                  <a:lnTo>
                    <a:pt x="65" y="33"/>
                  </a:lnTo>
                  <a:lnTo>
                    <a:pt x="65" y="33"/>
                  </a:lnTo>
                  <a:lnTo>
                    <a:pt x="55" y="39"/>
                  </a:lnTo>
                  <a:lnTo>
                    <a:pt x="44" y="47"/>
                  </a:lnTo>
                  <a:lnTo>
                    <a:pt x="44" y="47"/>
                  </a:lnTo>
                  <a:lnTo>
                    <a:pt x="35" y="58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6" y="88"/>
                  </a:lnTo>
                  <a:lnTo>
                    <a:pt x="25" y="106"/>
                  </a:lnTo>
                  <a:lnTo>
                    <a:pt x="25" y="1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id="{DD9C9D8A-2865-5AE2-462E-1AAB104A4C6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5602288" y="4438651"/>
              <a:ext cx="255588" cy="280988"/>
            </a:xfrm>
            <a:custGeom>
              <a:avLst/>
              <a:gdLst>
                <a:gd name="T0" fmla="*/ 33 w 161"/>
                <a:gd name="T1" fmla="*/ 122 h 177"/>
                <a:gd name="T2" fmla="*/ 46 w 161"/>
                <a:gd name="T3" fmla="*/ 140 h 177"/>
                <a:gd name="T4" fmla="*/ 55 w 161"/>
                <a:gd name="T5" fmla="*/ 146 h 177"/>
                <a:gd name="T6" fmla="*/ 64 w 161"/>
                <a:gd name="T7" fmla="*/ 150 h 177"/>
                <a:gd name="T8" fmla="*/ 86 w 161"/>
                <a:gd name="T9" fmla="*/ 155 h 177"/>
                <a:gd name="T10" fmla="*/ 103 w 161"/>
                <a:gd name="T11" fmla="*/ 153 h 177"/>
                <a:gd name="T12" fmla="*/ 116 w 161"/>
                <a:gd name="T13" fmla="*/ 147 h 177"/>
                <a:gd name="T14" fmla="*/ 128 w 161"/>
                <a:gd name="T15" fmla="*/ 140 h 177"/>
                <a:gd name="T16" fmla="*/ 155 w 161"/>
                <a:gd name="T17" fmla="*/ 144 h 177"/>
                <a:gd name="T18" fmla="*/ 141 w 161"/>
                <a:gd name="T19" fmla="*/ 158 h 177"/>
                <a:gd name="T20" fmla="*/ 125 w 161"/>
                <a:gd name="T21" fmla="*/ 168 h 177"/>
                <a:gd name="T22" fmla="*/ 107 w 161"/>
                <a:gd name="T23" fmla="*/ 174 h 177"/>
                <a:gd name="T24" fmla="*/ 85 w 161"/>
                <a:gd name="T25" fmla="*/ 177 h 177"/>
                <a:gd name="T26" fmla="*/ 69 w 161"/>
                <a:gd name="T27" fmla="*/ 176 h 177"/>
                <a:gd name="T28" fmla="*/ 52 w 161"/>
                <a:gd name="T29" fmla="*/ 170 h 177"/>
                <a:gd name="T30" fmla="*/ 25 w 161"/>
                <a:gd name="T31" fmla="*/ 152 h 177"/>
                <a:gd name="T32" fmla="*/ 15 w 161"/>
                <a:gd name="T33" fmla="*/ 140 h 177"/>
                <a:gd name="T34" fmla="*/ 8 w 161"/>
                <a:gd name="T35" fmla="*/ 123 h 177"/>
                <a:gd name="T36" fmla="*/ 2 w 161"/>
                <a:gd name="T37" fmla="*/ 107 h 177"/>
                <a:gd name="T38" fmla="*/ 0 w 161"/>
                <a:gd name="T39" fmla="*/ 88 h 177"/>
                <a:gd name="T40" fmla="*/ 6 w 161"/>
                <a:gd name="T41" fmla="*/ 53 h 177"/>
                <a:gd name="T42" fmla="*/ 14 w 161"/>
                <a:gd name="T43" fmla="*/ 39 h 177"/>
                <a:gd name="T44" fmla="*/ 24 w 161"/>
                <a:gd name="T45" fmla="*/ 25 h 177"/>
                <a:gd name="T46" fmla="*/ 49 w 161"/>
                <a:gd name="T47" fmla="*/ 6 h 177"/>
                <a:gd name="T48" fmla="*/ 57 w 161"/>
                <a:gd name="T49" fmla="*/ 3 h 177"/>
                <a:gd name="T50" fmla="*/ 82 w 161"/>
                <a:gd name="T51" fmla="*/ 0 h 177"/>
                <a:gd name="T52" fmla="*/ 91 w 161"/>
                <a:gd name="T53" fmla="*/ 0 h 177"/>
                <a:gd name="T54" fmla="*/ 107 w 161"/>
                <a:gd name="T55" fmla="*/ 3 h 177"/>
                <a:gd name="T56" fmla="*/ 115 w 161"/>
                <a:gd name="T57" fmla="*/ 6 h 177"/>
                <a:gd name="T58" fmla="*/ 140 w 161"/>
                <a:gd name="T59" fmla="*/ 25 h 177"/>
                <a:gd name="T60" fmla="*/ 149 w 161"/>
                <a:gd name="T61" fmla="*/ 39 h 177"/>
                <a:gd name="T62" fmla="*/ 155 w 161"/>
                <a:gd name="T63" fmla="*/ 53 h 177"/>
                <a:gd name="T64" fmla="*/ 161 w 161"/>
                <a:gd name="T65" fmla="*/ 89 h 177"/>
                <a:gd name="T66" fmla="*/ 161 w 161"/>
                <a:gd name="T67" fmla="*/ 92 h 177"/>
                <a:gd name="T68" fmla="*/ 161 w 161"/>
                <a:gd name="T69" fmla="*/ 97 h 177"/>
                <a:gd name="T70" fmla="*/ 27 w 161"/>
                <a:gd name="T71" fmla="*/ 97 h 177"/>
                <a:gd name="T72" fmla="*/ 33 w 161"/>
                <a:gd name="T73" fmla="*/ 122 h 177"/>
                <a:gd name="T74" fmla="*/ 134 w 161"/>
                <a:gd name="T75" fmla="*/ 79 h 177"/>
                <a:gd name="T76" fmla="*/ 133 w 161"/>
                <a:gd name="T77" fmla="*/ 67 h 177"/>
                <a:gd name="T78" fmla="*/ 130 w 161"/>
                <a:gd name="T79" fmla="*/ 56 h 177"/>
                <a:gd name="T80" fmla="*/ 119 w 161"/>
                <a:gd name="T81" fmla="*/ 39 h 177"/>
                <a:gd name="T82" fmla="*/ 112 w 161"/>
                <a:gd name="T83" fmla="*/ 31 h 177"/>
                <a:gd name="T84" fmla="*/ 103 w 161"/>
                <a:gd name="T85" fmla="*/ 25 h 177"/>
                <a:gd name="T86" fmla="*/ 80 w 161"/>
                <a:gd name="T87" fmla="*/ 21 h 177"/>
                <a:gd name="T88" fmla="*/ 70 w 161"/>
                <a:gd name="T89" fmla="*/ 22 h 177"/>
                <a:gd name="T90" fmla="*/ 61 w 161"/>
                <a:gd name="T91" fmla="*/ 25 h 177"/>
                <a:gd name="T92" fmla="*/ 43 w 161"/>
                <a:gd name="T93" fmla="*/ 37 h 177"/>
                <a:gd name="T94" fmla="*/ 37 w 161"/>
                <a:gd name="T95" fmla="*/ 46 h 177"/>
                <a:gd name="T96" fmla="*/ 31 w 161"/>
                <a:gd name="T97" fmla="*/ 55 h 177"/>
                <a:gd name="T98" fmla="*/ 27 w 161"/>
                <a:gd name="T99" fmla="*/ 79 h 1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61" h="177">
                  <a:moveTo>
                    <a:pt x="33" y="122"/>
                  </a:moveTo>
                  <a:lnTo>
                    <a:pt x="33" y="122"/>
                  </a:lnTo>
                  <a:lnTo>
                    <a:pt x="39" y="131"/>
                  </a:lnTo>
                  <a:lnTo>
                    <a:pt x="46" y="140"/>
                  </a:lnTo>
                  <a:lnTo>
                    <a:pt x="46" y="140"/>
                  </a:lnTo>
                  <a:lnTo>
                    <a:pt x="55" y="146"/>
                  </a:lnTo>
                  <a:lnTo>
                    <a:pt x="64" y="150"/>
                  </a:lnTo>
                  <a:lnTo>
                    <a:pt x="64" y="150"/>
                  </a:lnTo>
                  <a:lnTo>
                    <a:pt x="75" y="153"/>
                  </a:lnTo>
                  <a:lnTo>
                    <a:pt x="86" y="155"/>
                  </a:lnTo>
                  <a:lnTo>
                    <a:pt x="86" y="155"/>
                  </a:lnTo>
                  <a:lnTo>
                    <a:pt x="103" y="153"/>
                  </a:lnTo>
                  <a:lnTo>
                    <a:pt x="110" y="150"/>
                  </a:lnTo>
                  <a:lnTo>
                    <a:pt x="116" y="147"/>
                  </a:lnTo>
                  <a:lnTo>
                    <a:pt x="116" y="147"/>
                  </a:lnTo>
                  <a:lnTo>
                    <a:pt x="128" y="140"/>
                  </a:lnTo>
                  <a:lnTo>
                    <a:pt x="138" y="131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41" y="158"/>
                  </a:lnTo>
                  <a:lnTo>
                    <a:pt x="125" y="168"/>
                  </a:lnTo>
                  <a:lnTo>
                    <a:pt x="125" y="168"/>
                  </a:lnTo>
                  <a:lnTo>
                    <a:pt x="118" y="171"/>
                  </a:lnTo>
                  <a:lnTo>
                    <a:pt x="107" y="174"/>
                  </a:lnTo>
                  <a:lnTo>
                    <a:pt x="97" y="176"/>
                  </a:lnTo>
                  <a:lnTo>
                    <a:pt x="85" y="177"/>
                  </a:lnTo>
                  <a:lnTo>
                    <a:pt x="85" y="177"/>
                  </a:lnTo>
                  <a:lnTo>
                    <a:pt x="69" y="176"/>
                  </a:lnTo>
                  <a:lnTo>
                    <a:pt x="52" y="170"/>
                  </a:lnTo>
                  <a:lnTo>
                    <a:pt x="52" y="170"/>
                  </a:lnTo>
                  <a:lnTo>
                    <a:pt x="37" y="162"/>
                  </a:lnTo>
                  <a:lnTo>
                    <a:pt x="25" y="152"/>
                  </a:lnTo>
                  <a:lnTo>
                    <a:pt x="25" y="152"/>
                  </a:lnTo>
                  <a:lnTo>
                    <a:pt x="15" y="140"/>
                  </a:lnTo>
                  <a:lnTo>
                    <a:pt x="8" y="123"/>
                  </a:lnTo>
                  <a:lnTo>
                    <a:pt x="8" y="123"/>
                  </a:lnTo>
                  <a:lnTo>
                    <a:pt x="5" y="116"/>
                  </a:lnTo>
                  <a:lnTo>
                    <a:pt x="2" y="10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2" y="70"/>
                  </a:lnTo>
                  <a:lnTo>
                    <a:pt x="6" y="53"/>
                  </a:lnTo>
                  <a:lnTo>
                    <a:pt x="6" y="53"/>
                  </a:lnTo>
                  <a:lnTo>
                    <a:pt x="14" y="39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36" y="15"/>
                  </a:lnTo>
                  <a:lnTo>
                    <a:pt x="49" y="6"/>
                  </a:lnTo>
                  <a:lnTo>
                    <a:pt x="49" y="6"/>
                  </a:lnTo>
                  <a:lnTo>
                    <a:pt x="57" y="3"/>
                  </a:lnTo>
                  <a:lnTo>
                    <a:pt x="64" y="1"/>
                  </a:lnTo>
                  <a:lnTo>
                    <a:pt x="82" y="0"/>
                  </a:lnTo>
                  <a:lnTo>
                    <a:pt x="82" y="0"/>
                  </a:lnTo>
                  <a:lnTo>
                    <a:pt x="91" y="0"/>
                  </a:lnTo>
                  <a:lnTo>
                    <a:pt x="100" y="1"/>
                  </a:lnTo>
                  <a:lnTo>
                    <a:pt x="107" y="3"/>
                  </a:lnTo>
                  <a:lnTo>
                    <a:pt x="115" y="6"/>
                  </a:lnTo>
                  <a:lnTo>
                    <a:pt x="115" y="6"/>
                  </a:lnTo>
                  <a:lnTo>
                    <a:pt x="128" y="15"/>
                  </a:lnTo>
                  <a:lnTo>
                    <a:pt x="140" y="25"/>
                  </a:lnTo>
                  <a:lnTo>
                    <a:pt x="140" y="25"/>
                  </a:lnTo>
                  <a:lnTo>
                    <a:pt x="149" y="39"/>
                  </a:lnTo>
                  <a:lnTo>
                    <a:pt x="155" y="53"/>
                  </a:lnTo>
                  <a:lnTo>
                    <a:pt x="155" y="53"/>
                  </a:lnTo>
                  <a:lnTo>
                    <a:pt x="159" y="71"/>
                  </a:lnTo>
                  <a:lnTo>
                    <a:pt x="161" y="89"/>
                  </a:lnTo>
                  <a:lnTo>
                    <a:pt x="161" y="89"/>
                  </a:lnTo>
                  <a:lnTo>
                    <a:pt x="161" y="92"/>
                  </a:lnTo>
                  <a:lnTo>
                    <a:pt x="161" y="92"/>
                  </a:lnTo>
                  <a:lnTo>
                    <a:pt x="161" y="97"/>
                  </a:lnTo>
                  <a:lnTo>
                    <a:pt x="27" y="97"/>
                  </a:lnTo>
                  <a:lnTo>
                    <a:pt x="27" y="97"/>
                  </a:lnTo>
                  <a:lnTo>
                    <a:pt x="28" y="110"/>
                  </a:lnTo>
                  <a:lnTo>
                    <a:pt x="33" y="122"/>
                  </a:lnTo>
                  <a:lnTo>
                    <a:pt x="33" y="122"/>
                  </a:lnTo>
                  <a:close/>
                  <a:moveTo>
                    <a:pt x="134" y="79"/>
                  </a:moveTo>
                  <a:lnTo>
                    <a:pt x="134" y="79"/>
                  </a:lnTo>
                  <a:lnTo>
                    <a:pt x="133" y="67"/>
                  </a:lnTo>
                  <a:lnTo>
                    <a:pt x="130" y="56"/>
                  </a:lnTo>
                  <a:lnTo>
                    <a:pt x="130" y="56"/>
                  </a:lnTo>
                  <a:lnTo>
                    <a:pt x="125" y="46"/>
                  </a:lnTo>
                  <a:lnTo>
                    <a:pt x="119" y="39"/>
                  </a:lnTo>
                  <a:lnTo>
                    <a:pt x="119" y="39"/>
                  </a:lnTo>
                  <a:lnTo>
                    <a:pt x="112" y="31"/>
                  </a:lnTo>
                  <a:lnTo>
                    <a:pt x="103" y="25"/>
                  </a:lnTo>
                  <a:lnTo>
                    <a:pt x="103" y="25"/>
                  </a:lnTo>
                  <a:lnTo>
                    <a:pt x="92" y="22"/>
                  </a:lnTo>
                  <a:lnTo>
                    <a:pt x="80" y="21"/>
                  </a:lnTo>
                  <a:lnTo>
                    <a:pt x="80" y="21"/>
                  </a:lnTo>
                  <a:lnTo>
                    <a:pt x="70" y="22"/>
                  </a:lnTo>
                  <a:lnTo>
                    <a:pt x="61" y="25"/>
                  </a:lnTo>
                  <a:lnTo>
                    <a:pt x="61" y="25"/>
                  </a:lnTo>
                  <a:lnTo>
                    <a:pt x="52" y="30"/>
                  </a:lnTo>
                  <a:lnTo>
                    <a:pt x="43" y="37"/>
                  </a:lnTo>
                  <a:lnTo>
                    <a:pt x="43" y="37"/>
                  </a:lnTo>
                  <a:lnTo>
                    <a:pt x="37" y="46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28" y="67"/>
                  </a:lnTo>
                  <a:lnTo>
                    <a:pt x="27" y="79"/>
                  </a:lnTo>
                  <a:lnTo>
                    <a:pt x="134" y="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Rectangle 239">
              <a:extLst>
                <a:ext uri="{FF2B5EF4-FFF2-40B4-BE49-F238E27FC236}">
                  <a16:creationId xmlns:a16="http://schemas.microsoft.com/office/drawing/2014/main" id="{81CF615B-FA78-F3CF-6A85-5E61513E505F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2152650" y="3803651"/>
              <a:ext cx="61913" cy="901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8" name="Freeform 240">
              <a:extLst>
                <a:ext uri="{FF2B5EF4-FFF2-40B4-BE49-F238E27FC236}">
                  <a16:creationId xmlns:a16="http://schemas.microsoft.com/office/drawing/2014/main" id="{DFCEB712-3331-DA53-A16E-87749114D2D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447 w 752"/>
                <a:gd name="T1" fmla="*/ 258 h 568"/>
                <a:gd name="T2" fmla="*/ 285 w 752"/>
                <a:gd name="T3" fmla="*/ 147 h 568"/>
                <a:gd name="T4" fmla="*/ 229 w 752"/>
                <a:gd name="T5" fmla="*/ 294 h 568"/>
                <a:gd name="T6" fmla="*/ 99 w 752"/>
                <a:gd name="T7" fmla="*/ 321 h 568"/>
                <a:gd name="T8" fmla="*/ 342 w 752"/>
                <a:gd name="T9" fmla="*/ 6 h 568"/>
                <a:gd name="T10" fmla="*/ 589 w 752"/>
                <a:gd name="T11" fmla="*/ 279 h 568"/>
                <a:gd name="T12" fmla="*/ 589 w 752"/>
                <a:gd name="T13" fmla="*/ 281 h 568"/>
                <a:gd name="T14" fmla="*/ 592 w 752"/>
                <a:gd name="T15" fmla="*/ 313 h 568"/>
                <a:gd name="T16" fmla="*/ 601 w 752"/>
                <a:gd name="T17" fmla="*/ 345 h 568"/>
                <a:gd name="T18" fmla="*/ 615 w 752"/>
                <a:gd name="T19" fmla="*/ 374 h 568"/>
                <a:gd name="T20" fmla="*/ 635 w 752"/>
                <a:gd name="T21" fmla="*/ 400 h 568"/>
                <a:gd name="T22" fmla="*/ 659 w 752"/>
                <a:gd name="T23" fmla="*/ 419 h 568"/>
                <a:gd name="T24" fmla="*/ 687 w 752"/>
                <a:gd name="T25" fmla="*/ 436 h 568"/>
                <a:gd name="T26" fmla="*/ 718 w 752"/>
                <a:gd name="T27" fmla="*/ 446 h 568"/>
                <a:gd name="T28" fmla="*/ 752 w 752"/>
                <a:gd name="T29" fmla="*/ 449 h 568"/>
                <a:gd name="T30" fmla="*/ 752 w 752"/>
                <a:gd name="T31" fmla="*/ 568 h 568"/>
                <a:gd name="T32" fmla="*/ 688 w 752"/>
                <a:gd name="T33" fmla="*/ 561 h 568"/>
                <a:gd name="T34" fmla="*/ 630 w 752"/>
                <a:gd name="T35" fmla="*/ 541 h 568"/>
                <a:gd name="T36" fmla="*/ 580 w 752"/>
                <a:gd name="T37" fmla="*/ 512 h 568"/>
                <a:gd name="T38" fmla="*/ 537 w 752"/>
                <a:gd name="T39" fmla="*/ 471 h 568"/>
                <a:gd name="T40" fmla="*/ 441 w 752"/>
                <a:gd name="T41" fmla="*/ 558 h 568"/>
                <a:gd name="T42" fmla="*/ 172 w 752"/>
                <a:gd name="T43" fmla="*/ 445 h 568"/>
                <a:gd name="T44" fmla="*/ 0 w 752"/>
                <a:gd name="T45" fmla="*/ 558 h 568"/>
                <a:gd name="T46" fmla="*/ 49 w 752"/>
                <a:gd name="T47" fmla="*/ 445 h 568"/>
                <a:gd name="T48" fmla="*/ 145 w 752"/>
                <a:gd name="T49" fmla="*/ 403 h 568"/>
                <a:gd name="T50" fmla="*/ 247 w 752"/>
                <a:gd name="T51" fmla="*/ 366 h 568"/>
                <a:gd name="T52" fmla="*/ 354 w 752"/>
                <a:gd name="T53" fmla="*/ 333 h 568"/>
                <a:gd name="T54" fmla="*/ 465 w 752"/>
                <a:gd name="T55" fmla="*/ 303 h 568"/>
                <a:gd name="T56" fmla="*/ 465 w 752"/>
                <a:gd name="T57" fmla="*/ 285 h 568"/>
                <a:gd name="T58" fmla="*/ 465 w 752"/>
                <a:gd name="T59" fmla="*/ 284 h 568"/>
                <a:gd name="T60" fmla="*/ 471 w 752"/>
                <a:gd name="T61" fmla="*/ 227 h 568"/>
                <a:gd name="T62" fmla="*/ 486 w 752"/>
                <a:gd name="T63" fmla="*/ 173 h 568"/>
                <a:gd name="T64" fmla="*/ 511 w 752"/>
                <a:gd name="T65" fmla="*/ 126 h 568"/>
                <a:gd name="T66" fmla="*/ 546 w 752"/>
                <a:gd name="T67" fmla="*/ 84 h 568"/>
                <a:gd name="T68" fmla="*/ 589 w 752"/>
                <a:gd name="T69" fmla="*/ 50 h 568"/>
                <a:gd name="T70" fmla="*/ 636 w 752"/>
                <a:gd name="T71" fmla="*/ 23 h 568"/>
                <a:gd name="T72" fmla="*/ 691 w 752"/>
                <a:gd name="T73" fmla="*/ 6 h 568"/>
                <a:gd name="T74" fmla="*/ 752 w 752"/>
                <a:gd name="T75" fmla="*/ 0 h 568"/>
                <a:gd name="T76" fmla="*/ 752 w 752"/>
                <a:gd name="T77" fmla="*/ 112 h 568"/>
                <a:gd name="T78" fmla="*/ 718 w 752"/>
                <a:gd name="T79" fmla="*/ 115 h 568"/>
                <a:gd name="T80" fmla="*/ 687 w 752"/>
                <a:gd name="T81" fmla="*/ 124 h 568"/>
                <a:gd name="T82" fmla="*/ 659 w 752"/>
                <a:gd name="T83" fmla="*/ 141 h 568"/>
                <a:gd name="T84" fmla="*/ 635 w 752"/>
                <a:gd name="T85" fmla="*/ 161 h 568"/>
                <a:gd name="T86" fmla="*/ 615 w 752"/>
                <a:gd name="T87" fmla="*/ 185 h 568"/>
                <a:gd name="T88" fmla="*/ 601 w 752"/>
                <a:gd name="T89" fmla="*/ 214 h 568"/>
                <a:gd name="T90" fmla="*/ 592 w 752"/>
                <a:gd name="T91" fmla="*/ 245 h 568"/>
                <a:gd name="T92" fmla="*/ 589 w 752"/>
                <a:gd name="T93" fmla="*/ 279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2" h="568">
                  <a:moveTo>
                    <a:pt x="447" y="258"/>
                  </a:moveTo>
                  <a:lnTo>
                    <a:pt x="447" y="258"/>
                  </a:lnTo>
                  <a:lnTo>
                    <a:pt x="334" y="276"/>
                  </a:lnTo>
                  <a:lnTo>
                    <a:pt x="285" y="147"/>
                  </a:lnTo>
                  <a:lnTo>
                    <a:pt x="229" y="294"/>
                  </a:lnTo>
                  <a:lnTo>
                    <a:pt x="229" y="294"/>
                  </a:lnTo>
                  <a:lnTo>
                    <a:pt x="165" y="307"/>
                  </a:lnTo>
                  <a:lnTo>
                    <a:pt x="99" y="321"/>
                  </a:lnTo>
                  <a:lnTo>
                    <a:pt x="232" y="6"/>
                  </a:lnTo>
                  <a:lnTo>
                    <a:pt x="342" y="6"/>
                  </a:lnTo>
                  <a:lnTo>
                    <a:pt x="447" y="258"/>
                  </a:lnTo>
                  <a:close/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9" name="Freeform 241">
              <a:extLst>
                <a:ext uri="{FF2B5EF4-FFF2-40B4-BE49-F238E27FC236}">
                  <a16:creationId xmlns:a16="http://schemas.microsoft.com/office/drawing/2014/main" id="{B954F6F5-6658-24B2-7828-02E49DAE491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6763" y="3813176"/>
              <a:ext cx="552450" cy="500063"/>
            </a:xfrm>
            <a:custGeom>
              <a:avLst/>
              <a:gdLst>
                <a:gd name="T0" fmla="*/ 348 w 348"/>
                <a:gd name="T1" fmla="*/ 252 h 315"/>
                <a:gd name="T2" fmla="*/ 348 w 348"/>
                <a:gd name="T3" fmla="*/ 252 h 315"/>
                <a:gd name="T4" fmla="*/ 235 w 348"/>
                <a:gd name="T5" fmla="*/ 270 h 315"/>
                <a:gd name="T6" fmla="*/ 186 w 348"/>
                <a:gd name="T7" fmla="*/ 141 h 315"/>
                <a:gd name="T8" fmla="*/ 130 w 348"/>
                <a:gd name="T9" fmla="*/ 288 h 315"/>
                <a:gd name="T10" fmla="*/ 130 w 348"/>
                <a:gd name="T11" fmla="*/ 288 h 315"/>
                <a:gd name="T12" fmla="*/ 66 w 348"/>
                <a:gd name="T13" fmla="*/ 301 h 315"/>
                <a:gd name="T14" fmla="*/ 0 w 348"/>
                <a:gd name="T15" fmla="*/ 315 h 315"/>
                <a:gd name="T16" fmla="*/ 133 w 348"/>
                <a:gd name="T17" fmla="*/ 0 h 315"/>
                <a:gd name="T18" fmla="*/ 243 w 348"/>
                <a:gd name="T19" fmla="*/ 0 h 315"/>
                <a:gd name="T20" fmla="*/ 348 w 348"/>
                <a:gd name="T21" fmla="*/ 252 h 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48" h="315">
                  <a:moveTo>
                    <a:pt x="348" y="252"/>
                  </a:moveTo>
                  <a:lnTo>
                    <a:pt x="348" y="252"/>
                  </a:lnTo>
                  <a:lnTo>
                    <a:pt x="235" y="270"/>
                  </a:lnTo>
                  <a:lnTo>
                    <a:pt x="186" y="141"/>
                  </a:lnTo>
                  <a:lnTo>
                    <a:pt x="130" y="288"/>
                  </a:lnTo>
                  <a:lnTo>
                    <a:pt x="130" y="288"/>
                  </a:lnTo>
                  <a:lnTo>
                    <a:pt x="66" y="301"/>
                  </a:lnTo>
                  <a:lnTo>
                    <a:pt x="0" y="315"/>
                  </a:lnTo>
                  <a:lnTo>
                    <a:pt x="133" y="0"/>
                  </a:lnTo>
                  <a:lnTo>
                    <a:pt x="243" y="0"/>
                  </a:lnTo>
                  <a:lnTo>
                    <a:pt x="348" y="252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42">
              <a:extLst>
                <a:ext uri="{FF2B5EF4-FFF2-40B4-BE49-F238E27FC236}">
                  <a16:creationId xmlns:a16="http://schemas.microsoft.com/office/drawing/2014/main" id="{19521D17-5532-FA35-B1BF-716D907DF2B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600" y="3803651"/>
              <a:ext cx="1193800" cy="901700"/>
            </a:xfrm>
            <a:custGeom>
              <a:avLst/>
              <a:gdLst>
                <a:gd name="T0" fmla="*/ 589 w 752"/>
                <a:gd name="T1" fmla="*/ 281 h 568"/>
                <a:gd name="T2" fmla="*/ 590 w 752"/>
                <a:gd name="T3" fmla="*/ 297 h 568"/>
                <a:gd name="T4" fmla="*/ 596 w 752"/>
                <a:gd name="T5" fmla="*/ 330 h 568"/>
                <a:gd name="T6" fmla="*/ 608 w 752"/>
                <a:gd name="T7" fmla="*/ 360 h 568"/>
                <a:gd name="T8" fmla="*/ 624 w 752"/>
                <a:gd name="T9" fmla="*/ 386 h 568"/>
                <a:gd name="T10" fmla="*/ 647 w 752"/>
                <a:gd name="T11" fmla="*/ 410 h 568"/>
                <a:gd name="T12" fmla="*/ 672 w 752"/>
                <a:gd name="T13" fmla="*/ 428 h 568"/>
                <a:gd name="T14" fmla="*/ 702 w 752"/>
                <a:gd name="T15" fmla="*/ 442 h 568"/>
                <a:gd name="T16" fmla="*/ 734 w 752"/>
                <a:gd name="T17" fmla="*/ 447 h 568"/>
                <a:gd name="T18" fmla="*/ 752 w 752"/>
                <a:gd name="T19" fmla="*/ 568 h 568"/>
                <a:gd name="T20" fmla="*/ 720 w 752"/>
                <a:gd name="T21" fmla="*/ 567 h 568"/>
                <a:gd name="T22" fmla="*/ 659 w 752"/>
                <a:gd name="T23" fmla="*/ 553 h 568"/>
                <a:gd name="T24" fmla="*/ 604 w 752"/>
                <a:gd name="T25" fmla="*/ 528 h 568"/>
                <a:gd name="T26" fmla="*/ 556 w 752"/>
                <a:gd name="T27" fmla="*/ 492 h 568"/>
                <a:gd name="T28" fmla="*/ 572 w 752"/>
                <a:gd name="T29" fmla="*/ 558 h 568"/>
                <a:gd name="T30" fmla="*/ 398 w 752"/>
                <a:gd name="T31" fmla="*/ 445 h 568"/>
                <a:gd name="T32" fmla="*/ 129 w 752"/>
                <a:gd name="T33" fmla="*/ 558 h 568"/>
                <a:gd name="T34" fmla="*/ 49 w 752"/>
                <a:gd name="T35" fmla="*/ 445 h 568"/>
                <a:gd name="T36" fmla="*/ 96 w 752"/>
                <a:gd name="T37" fmla="*/ 424 h 568"/>
                <a:gd name="T38" fmla="*/ 195 w 752"/>
                <a:gd name="T39" fmla="*/ 385 h 568"/>
                <a:gd name="T40" fmla="*/ 300 w 752"/>
                <a:gd name="T41" fmla="*/ 349 h 568"/>
                <a:gd name="T42" fmla="*/ 409 w 752"/>
                <a:gd name="T43" fmla="*/ 316 h 568"/>
                <a:gd name="T44" fmla="*/ 465 w 752"/>
                <a:gd name="T45" fmla="*/ 303 h 568"/>
                <a:gd name="T46" fmla="*/ 465 w 752"/>
                <a:gd name="T47" fmla="*/ 284 h 568"/>
                <a:gd name="T48" fmla="*/ 467 w 752"/>
                <a:gd name="T49" fmla="*/ 255 h 568"/>
                <a:gd name="T50" fmla="*/ 477 w 752"/>
                <a:gd name="T51" fmla="*/ 200 h 568"/>
                <a:gd name="T52" fmla="*/ 498 w 752"/>
                <a:gd name="T53" fmla="*/ 149 h 568"/>
                <a:gd name="T54" fmla="*/ 528 w 752"/>
                <a:gd name="T55" fmla="*/ 103 h 568"/>
                <a:gd name="T56" fmla="*/ 566 w 752"/>
                <a:gd name="T57" fmla="*/ 66 h 568"/>
                <a:gd name="T58" fmla="*/ 611 w 752"/>
                <a:gd name="T59" fmla="*/ 35 h 568"/>
                <a:gd name="T60" fmla="*/ 663 w 752"/>
                <a:gd name="T61" fmla="*/ 12 h 568"/>
                <a:gd name="T62" fmla="*/ 721 w 752"/>
                <a:gd name="T63" fmla="*/ 2 h 568"/>
                <a:gd name="T64" fmla="*/ 752 w 752"/>
                <a:gd name="T65" fmla="*/ 112 h 568"/>
                <a:gd name="T66" fmla="*/ 734 w 752"/>
                <a:gd name="T67" fmla="*/ 112 h 568"/>
                <a:gd name="T68" fmla="*/ 702 w 752"/>
                <a:gd name="T69" fmla="*/ 120 h 568"/>
                <a:gd name="T70" fmla="*/ 672 w 752"/>
                <a:gd name="T71" fmla="*/ 132 h 568"/>
                <a:gd name="T72" fmla="*/ 647 w 752"/>
                <a:gd name="T73" fmla="*/ 149 h 568"/>
                <a:gd name="T74" fmla="*/ 624 w 752"/>
                <a:gd name="T75" fmla="*/ 172 h 568"/>
                <a:gd name="T76" fmla="*/ 608 w 752"/>
                <a:gd name="T77" fmla="*/ 199 h 568"/>
                <a:gd name="T78" fmla="*/ 596 w 752"/>
                <a:gd name="T79" fmla="*/ 228 h 568"/>
                <a:gd name="T80" fmla="*/ 590 w 752"/>
                <a:gd name="T81" fmla="*/ 261 h 5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52" h="568">
                  <a:moveTo>
                    <a:pt x="589" y="279"/>
                  </a:moveTo>
                  <a:lnTo>
                    <a:pt x="589" y="281"/>
                  </a:lnTo>
                  <a:lnTo>
                    <a:pt x="589" y="281"/>
                  </a:lnTo>
                  <a:lnTo>
                    <a:pt x="590" y="297"/>
                  </a:lnTo>
                  <a:lnTo>
                    <a:pt x="592" y="313"/>
                  </a:lnTo>
                  <a:lnTo>
                    <a:pt x="596" y="330"/>
                  </a:lnTo>
                  <a:lnTo>
                    <a:pt x="601" y="345"/>
                  </a:lnTo>
                  <a:lnTo>
                    <a:pt x="608" y="360"/>
                  </a:lnTo>
                  <a:lnTo>
                    <a:pt x="615" y="374"/>
                  </a:lnTo>
                  <a:lnTo>
                    <a:pt x="624" y="386"/>
                  </a:lnTo>
                  <a:lnTo>
                    <a:pt x="635" y="400"/>
                  </a:lnTo>
                  <a:lnTo>
                    <a:pt x="647" y="410"/>
                  </a:lnTo>
                  <a:lnTo>
                    <a:pt x="659" y="419"/>
                  </a:lnTo>
                  <a:lnTo>
                    <a:pt x="672" y="428"/>
                  </a:lnTo>
                  <a:lnTo>
                    <a:pt x="687" y="436"/>
                  </a:lnTo>
                  <a:lnTo>
                    <a:pt x="702" y="442"/>
                  </a:lnTo>
                  <a:lnTo>
                    <a:pt x="718" y="446"/>
                  </a:lnTo>
                  <a:lnTo>
                    <a:pt x="734" y="447"/>
                  </a:lnTo>
                  <a:lnTo>
                    <a:pt x="752" y="449"/>
                  </a:lnTo>
                  <a:lnTo>
                    <a:pt x="752" y="568"/>
                  </a:lnTo>
                  <a:lnTo>
                    <a:pt x="752" y="568"/>
                  </a:lnTo>
                  <a:lnTo>
                    <a:pt x="720" y="567"/>
                  </a:lnTo>
                  <a:lnTo>
                    <a:pt x="688" y="561"/>
                  </a:lnTo>
                  <a:lnTo>
                    <a:pt x="659" y="553"/>
                  </a:lnTo>
                  <a:lnTo>
                    <a:pt x="630" y="541"/>
                  </a:lnTo>
                  <a:lnTo>
                    <a:pt x="604" y="528"/>
                  </a:lnTo>
                  <a:lnTo>
                    <a:pt x="580" y="512"/>
                  </a:lnTo>
                  <a:lnTo>
                    <a:pt x="556" y="492"/>
                  </a:lnTo>
                  <a:lnTo>
                    <a:pt x="537" y="471"/>
                  </a:lnTo>
                  <a:lnTo>
                    <a:pt x="572" y="558"/>
                  </a:lnTo>
                  <a:lnTo>
                    <a:pt x="441" y="558"/>
                  </a:lnTo>
                  <a:lnTo>
                    <a:pt x="398" y="445"/>
                  </a:lnTo>
                  <a:lnTo>
                    <a:pt x="172" y="445"/>
                  </a:lnTo>
                  <a:lnTo>
                    <a:pt x="129" y="558"/>
                  </a:lnTo>
                  <a:lnTo>
                    <a:pt x="0" y="558"/>
                  </a:lnTo>
                  <a:lnTo>
                    <a:pt x="49" y="445"/>
                  </a:lnTo>
                  <a:lnTo>
                    <a:pt x="49" y="445"/>
                  </a:lnTo>
                  <a:lnTo>
                    <a:pt x="96" y="424"/>
                  </a:lnTo>
                  <a:lnTo>
                    <a:pt x="145" y="403"/>
                  </a:lnTo>
                  <a:lnTo>
                    <a:pt x="195" y="385"/>
                  </a:lnTo>
                  <a:lnTo>
                    <a:pt x="247" y="366"/>
                  </a:lnTo>
                  <a:lnTo>
                    <a:pt x="300" y="349"/>
                  </a:lnTo>
                  <a:lnTo>
                    <a:pt x="354" y="333"/>
                  </a:lnTo>
                  <a:lnTo>
                    <a:pt x="409" y="316"/>
                  </a:lnTo>
                  <a:lnTo>
                    <a:pt x="465" y="303"/>
                  </a:lnTo>
                  <a:lnTo>
                    <a:pt x="465" y="303"/>
                  </a:lnTo>
                  <a:lnTo>
                    <a:pt x="465" y="285"/>
                  </a:lnTo>
                  <a:lnTo>
                    <a:pt x="465" y="284"/>
                  </a:lnTo>
                  <a:lnTo>
                    <a:pt x="465" y="284"/>
                  </a:lnTo>
                  <a:lnTo>
                    <a:pt x="467" y="255"/>
                  </a:lnTo>
                  <a:lnTo>
                    <a:pt x="471" y="227"/>
                  </a:lnTo>
                  <a:lnTo>
                    <a:pt x="477" y="200"/>
                  </a:lnTo>
                  <a:lnTo>
                    <a:pt x="486" y="173"/>
                  </a:lnTo>
                  <a:lnTo>
                    <a:pt x="498" y="149"/>
                  </a:lnTo>
                  <a:lnTo>
                    <a:pt x="511" y="126"/>
                  </a:lnTo>
                  <a:lnTo>
                    <a:pt x="528" y="103"/>
                  </a:lnTo>
                  <a:lnTo>
                    <a:pt x="546" y="84"/>
                  </a:lnTo>
                  <a:lnTo>
                    <a:pt x="566" y="66"/>
                  </a:lnTo>
                  <a:lnTo>
                    <a:pt x="589" y="50"/>
                  </a:lnTo>
                  <a:lnTo>
                    <a:pt x="611" y="35"/>
                  </a:lnTo>
                  <a:lnTo>
                    <a:pt x="636" y="23"/>
                  </a:lnTo>
                  <a:lnTo>
                    <a:pt x="663" y="12"/>
                  </a:lnTo>
                  <a:lnTo>
                    <a:pt x="691" y="6"/>
                  </a:lnTo>
                  <a:lnTo>
                    <a:pt x="721" y="2"/>
                  </a:lnTo>
                  <a:lnTo>
                    <a:pt x="752" y="0"/>
                  </a:lnTo>
                  <a:lnTo>
                    <a:pt x="752" y="112"/>
                  </a:lnTo>
                  <a:lnTo>
                    <a:pt x="752" y="112"/>
                  </a:lnTo>
                  <a:lnTo>
                    <a:pt x="734" y="112"/>
                  </a:lnTo>
                  <a:lnTo>
                    <a:pt x="718" y="115"/>
                  </a:lnTo>
                  <a:lnTo>
                    <a:pt x="702" y="120"/>
                  </a:lnTo>
                  <a:lnTo>
                    <a:pt x="687" y="124"/>
                  </a:lnTo>
                  <a:lnTo>
                    <a:pt x="672" y="132"/>
                  </a:lnTo>
                  <a:lnTo>
                    <a:pt x="659" y="141"/>
                  </a:lnTo>
                  <a:lnTo>
                    <a:pt x="647" y="149"/>
                  </a:lnTo>
                  <a:lnTo>
                    <a:pt x="635" y="161"/>
                  </a:lnTo>
                  <a:lnTo>
                    <a:pt x="624" y="172"/>
                  </a:lnTo>
                  <a:lnTo>
                    <a:pt x="615" y="185"/>
                  </a:lnTo>
                  <a:lnTo>
                    <a:pt x="608" y="199"/>
                  </a:lnTo>
                  <a:lnTo>
                    <a:pt x="601" y="214"/>
                  </a:lnTo>
                  <a:lnTo>
                    <a:pt x="596" y="228"/>
                  </a:lnTo>
                  <a:lnTo>
                    <a:pt x="592" y="245"/>
                  </a:lnTo>
                  <a:lnTo>
                    <a:pt x="590" y="261"/>
                  </a:lnTo>
                  <a:lnTo>
                    <a:pt x="589" y="279"/>
                  </a:ln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75305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8360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80" y="666518"/>
            <a:ext cx="14631829" cy="146708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CA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80" y="2133600"/>
            <a:ext cx="14631829" cy="520453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CA" dirty="0"/>
              <a:t>Click to edit Master text styles</a:t>
            </a:r>
          </a:p>
          <a:p>
            <a:pPr lvl="1"/>
            <a:r>
              <a:rPr lang="en-CA" dirty="0"/>
              <a:t>First level</a:t>
            </a:r>
          </a:p>
          <a:p>
            <a:pPr lvl="2"/>
            <a:r>
              <a:rPr lang="en-CA" dirty="0"/>
              <a:t>Second level</a:t>
            </a:r>
          </a:p>
          <a:p>
            <a:pPr lvl="0"/>
            <a:endParaRPr lang="en-C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2880" y="8475135"/>
            <a:ext cx="1180185" cy="48683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2100" b="1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24084-422A-4246-8522-ECCBA4948A8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8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9" r:id="rId3"/>
    <p:sldLayoutId id="2147483686" r:id="rId4"/>
    <p:sldLayoutId id="2147483650" r:id="rId5"/>
    <p:sldLayoutId id="2147483707" r:id="rId6"/>
    <p:sldLayoutId id="2147483693" r:id="rId7"/>
    <p:sldLayoutId id="2147483685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4" r:id="rId15"/>
    <p:sldLayoutId id="2147483695" r:id="rId16"/>
    <p:sldLayoutId id="2147483696" r:id="rId17"/>
    <p:sldLayoutId id="2147483697" r:id="rId18"/>
    <p:sldLayoutId id="2147483677" r:id="rId19"/>
    <p:sldLayoutId id="2147483698" r:id="rId20"/>
    <p:sldLayoutId id="2147483699" r:id="rId21"/>
    <p:sldLayoutId id="2147483706" r:id="rId22"/>
    <p:sldLayoutId id="2147483682" r:id="rId23"/>
    <p:sldLayoutId id="2147483654" r:id="rId24"/>
    <p:sldLayoutId id="2147483662" r:id="rId25"/>
    <p:sldLayoutId id="2147483683" r:id="rId26"/>
    <p:sldLayoutId id="2147483684" r:id="rId27"/>
    <p:sldLayoutId id="2147483664" r:id="rId28"/>
    <p:sldLayoutId id="2147483700" r:id="rId29"/>
    <p:sldLayoutId id="2147483701" r:id="rId30"/>
    <p:sldLayoutId id="2147483657" r:id="rId31"/>
    <p:sldLayoutId id="2147483674" r:id="rId32"/>
    <p:sldLayoutId id="2147483675" r:id="rId33"/>
    <p:sldLayoutId id="2147483681" r:id="rId34"/>
    <p:sldLayoutId id="2147483667" r:id="rId35"/>
    <p:sldLayoutId id="2147483680" r:id="rId36"/>
    <p:sldLayoutId id="2147483703" r:id="rId37"/>
    <p:sldLayoutId id="2147483704" r:id="rId38"/>
    <p:sldLayoutId id="2147483702" r:id="rId39"/>
  </p:sldLayoutIdLst>
  <p:hf hdr="0" ftr="0" dt="0"/>
  <p:txStyles>
    <p:titleStyle>
      <a:lvl1pPr algn="l" defTabSz="781583" rtl="0" eaLnBrk="1" latinLnBrk="0" hangingPunct="1">
        <a:lnSpc>
          <a:spcPct val="80000"/>
        </a:lnSpc>
        <a:spcBef>
          <a:spcPct val="0"/>
        </a:spcBef>
        <a:buNone/>
        <a:defRPr sz="7200" kern="120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0" indent="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FontTx/>
        <a:buNone/>
        <a:defRPr sz="3200" kern="1200">
          <a:solidFill>
            <a:schemeClr val="accent5"/>
          </a:solidFill>
          <a:latin typeface="+mn-lt"/>
          <a:ea typeface="+mn-ea"/>
          <a:cs typeface="+mn-cs"/>
        </a:defRPr>
      </a:lvl1pPr>
      <a:lvl2pPr marL="1270073" indent="-48849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75000"/>
        <a:buFont typeface="Arial"/>
        <a:buChar char="•"/>
        <a:defRPr sz="3200" kern="1200">
          <a:solidFill>
            <a:schemeClr val="accent5"/>
          </a:solidFill>
          <a:latin typeface="+mn-lt"/>
          <a:ea typeface="+mn-ea"/>
          <a:cs typeface="+mn-cs"/>
        </a:defRPr>
      </a:lvl2pPr>
      <a:lvl3pPr marL="2020367" indent="-457200" algn="l" defTabSz="781583" rtl="0" eaLnBrk="1" latinLnBrk="0" hangingPunct="1">
        <a:lnSpc>
          <a:spcPct val="110000"/>
        </a:lnSpc>
        <a:spcBef>
          <a:spcPct val="20000"/>
        </a:spcBef>
        <a:buClr>
          <a:schemeClr val="accent2"/>
        </a:buClr>
        <a:buSzPct val="60000"/>
        <a:buFont typeface="Wingdings" charset="2"/>
        <a:buChar char="§"/>
        <a:defRPr sz="3200" kern="1200" baseline="0">
          <a:solidFill>
            <a:schemeClr val="accent5"/>
          </a:solidFill>
          <a:latin typeface="+mn-lt"/>
          <a:ea typeface="+mn-ea"/>
          <a:cs typeface="+mn-cs"/>
        </a:defRPr>
      </a:lvl3pPr>
      <a:lvl4pPr marL="2735542" indent="-390792" algn="l" defTabSz="781583" rtl="0" eaLnBrk="1" latinLnBrk="0" hangingPunct="1">
        <a:lnSpc>
          <a:spcPct val="120000"/>
        </a:lnSpc>
        <a:spcBef>
          <a:spcPct val="20000"/>
        </a:spcBef>
        <a:buClr>
          <a:schemeClr val="accent2"/>
        </a:buClr>
        <a:buSzPct val="90000"/>
        <a:buFont typeface="Arial"/>
        <a:buChar char="–"/>
        <a:defRPr sz="2100" kern="1200">
          <a:solidFill>
            <a:schemeClr val="accent4"/>
          </a:solidFill>
          <a:latin typeface="+mn-lt"/>
          <a:ea typeface="+mn-ea"/>
          <a:cs typeface="+mn-cs"/>
        </a:defRPr>
      </a:lvl4pPr>
      <a:lvl5pPr marL="3517125" indent="-390792" algn="l" defTabSz="781583" rtl="0" eaLnBrk="1" latinLnBrk="0" hangingPunct="1">
        <a:spcBef>
          <a:spcPct val="20000"/>
        </a:spcBef>
        <a:buFont typeface="Arial"/>
        <a:buChar char="»"/>
        <a:defRPr sz="3400" kern="1200">
          <a:solidFill>
            <a:schemeClr val="accent5"/>
          </a:solidFill>
          <a:latin typeface="+mn-lt"/>
          <a:ea typeface="+mn-ea"/>
          <a:cs typeface="+mn-cs"/>
        </a:defRPr>
      </a:lvl5pPr>
      <a:lvl6pPr marL="429870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6pPr>
      <a:lvl7pPr marL="5080292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7pPr>
      <a:lvl8pPr marL="5861876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8pPr>
      <a:lvl9pPr marL="6643459" indent="-390792" algn="l" defTabSz="781583" rtl="0" eaLnBrk="1" latinLnBrk="0" hangingPunct="1">
        <a:spcBef>
          <a:spcPct val="20000"/>
        </a:spcBef>
        <a:buFont typeface="Arial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1pPr>
      <a:lvl2pPr marL="781583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5631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3pPr>
      <a:lvl4pPr marL="234475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4pPr>
      <a:lvl5pPr marL="312633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5pPr>
      <a:lvl6pPr marL="390791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6pPr>
      <a:lvl7pPr marL="4689500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7pPr>
      <a:lvl8pPr marL="5471084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8pPr>
      <a:lvl9pPr marL="6252667" algn="l" defTabSz="781583" rtl="0" eaLnBrk="1" latinLnBrk="0" hangingPunct="1">
        <a:defRPr sz="3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C1AD-765C-7EEA-7738-73E91F1B6FC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HireAC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38C1CE-2139-D9B3-8FD2-37CC2234BE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HOW TO GUIDE</a:t>
            </a:r>
          </a:p>
        </p:txBody>
      </p:sp>
    </p:spTree>
    <p:extLst>
      <p:ext uri="{BB962C8B-B14F-4D97-AF65-F5344CB8AC3E}">
        <p14:creationId xmlns:p14="http://schemas.microsoft.com/office/powerpoint/2010/main" val="37064902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881" y="768365"/>
            <a:ext cx="14407454" cy="1335973"/>
          </a:xfrm>
        </p:spPr>
        <p:txBody>
          <a:bodyPr/>
          <a:lstStyle/>
          <a:p>
            <a:r>
              <a:rPr lang="en-US" dirty="0"/>
              <a:t>HireAC Guide Sections</a:t>
            </a:r>
            <a:endParaRPr lang="en-US" sz="3600" b="0" dirty="0">
              <a:solidFill>
                <a:schemeClr val="accent5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812881" y="1817755"/>
            <a:ext cx="14232047" cy="5399474"/>
          </a:xfrm>
        </p:spPr>
        <p:txBody>
          <a:bodyPr numCol="2"/>
          <a:lstStyle/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Getting Started with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Cooperative Education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b="1" dirty="0"/>
              <a:t>Changing Preferred Name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Downloading the Co-op Work Permit Confirmation Letter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Documents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Postings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Setting up Job Alerts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endParaRPr lang="en-US" sz="2800" dirty="0"/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Interviews Page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Job Offers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Co-op Work-term record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Booking a Peer Review meeting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Events And Workshops Module in HireAC</a:t>
            </a:r>
          </a:p>
          <a:p>
            <a:pPr marL="514350" indent="-514350">
              <a:buClr>
                <a:schemeClr val="tx2"/>
              </a:buClr>
              <a:buFont typeface="+mj-lt"/>
              <a:buAutoNum type="arabicPeriod"/>
            </a:pPr>
            <a:r>
              <a:rPr lang="en-US" sz="2800" dirty="0"/>
              <a:t>Career &amp; Employment Module in HireAC</a:t>
            </a:r>
          </a:p>
          <a:p>
            <a:pPr>
              <a:buClr>
                <a:schemeClr val="tx2"/>
              </a:buClr>
            </a:pPr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97279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9F30A-9535-1CD9-52BE-D45F8B53F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97D43-EBDD-FCBB-BF50-8ADB44AEE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Changing </a:t>
            </a:r>
            <a:r>
              <a:rPr lang="en-US" dirty="0"/>
              <a:t>Preferred Name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C78DDF-040B-E477-3059-FDB9C66E7D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 details and steps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745CAC-844E-2D7D-791D-4633FF45140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31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0BDEE8-7306-AB83-C7A1-A7056F71F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C69C5-FE7A-E4C5-31F7-825F04685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80" y="768365"/>
            <a:ext cx="14035233" cy="1335973"/>
          </a:xfrm>
        </p:spPr>
        <p:txBody>
          <a:bodyPr/>
          <a:lstStyle/>
          <a:p>
            <a:r>
              <a:rPr lang="en-US" dirty="0"/>
              <a:t>Changing Preferred Name in HireAC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2750C5-F02F-1969-AD2F-E6555CE00D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12880" y="1664477"/>
            <a:ext cx="14209406" cy="1584909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1200"/>
              </a:spcAft>
            </a:pPr>
            <a:r>
              <a:rPr lang="en-US" sz="2600" dirty="0"/>
              <a:t>HireAC account information is pulled from the student information system, ACSIS. The name that is visible in HireAC is your legal name. </a:t>
            </a:r>
            <a:r>
              <a:rPr lang="en-US" sz="2600" b="1" dirty="0"/>
              <a:t>However, if you have a preferred name, please follow these steps to ensure your HireAC account is accurate.</a:t>
            </a:r>
          </a:p>
          <a:p>
            <a:pPr marL="514350" indent="-514350">
              <a:spcBef>
                <a:spcPts val="600"/>
              </a:spcBef>
              <a:spcAft>
                <a:spcPts val="1200"/>
              </a:spcAft>
              <a:buFont typeface="+mj-lt"/>
              <a:buAutoNum type="arabicPeriod"/>
            </a:pPr>
            <a:endParaRPr lang="en-CA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78BBC-DAF5-BCDC-1709-A2AC285D159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DEF3F5F5-7776-394F-A41F-3BAFC9CC9F8E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DABF28-C5C0-6D6E-359C-C35765AC15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6422"/>
          <a:stretch>
            <a:fillRect/>
          </a:stretch>
        </p:blipFill>
        <p:spPr>
          <a:xfrm>
            <a:off x="8436204" y="3249386"/>
            <a:ext cx="6869373" cy="4047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72DDA97-830D-7CEC-9617-67758347E8D1}"/>
              </a:ext>
            </a:extLst>
          </p:cNvPr>
          <p:cNvSpPr/>
          <p:nvPr/>
        </p:nvSpPr>
        <p:spPr>
          <a:xfrm>
            <a:off x="12470794" y="4614023"/>
            <a:ext cx="1322614" cy="6588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BA2B37-7E3F-5E3A-BB97-721889290847}"/>
              </a:ext>
            </a:extLst>
          </p:cNvPr>
          <p:cNvSpPr txBox="1"/>
          <p:nvPr/>
        </p:nvSpPr>
        <p:spPr>
          <a:xfrm>
            <a:off x="812880" y="3249386"/>
            <a:ext cx="7008506" cy="494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marR="0" lvl="0" indent="-514350" algn="l" defTabSz="78158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599A83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Log in to HireAC</a:t>
            </a:r>
          </a:p>
          <a:p>
            <a:pPr marL="514350" marR="0" lvl="0" indent="-514350" algn="l" defTabSz="78158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599A83"/>
              </a:buClr>
              <a:buSzTx/>
              <a:buFontTx/>
              <a:buAutoNum type="arabicPeriod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Select “My Account”</a:t>
            </a:r>
          </a:p>
          <a:p>
            <a:pPr marL="514350" marR="0" lvl="0" indent="-514350" algn="l" defTabSz="78158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599A83"/>
              </a:buClr>
              <a:buSzTx/>
              <a:buFontTx/>
              <a:buAutoNum type="arabicPeriod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Check the box next to “</a:t>
            </a:r>
            <a:r>
              <a:rPr kumimoji="0" lang="en-CA" sz="2600" b="1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Use Preferred Name across the site</a:t>
            </a: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  <a:p>
            <a:pPr marL="514350" marR="0" lvl="0" indent="-514350" algn="l" defTabSz="78158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599A83"/>
              </a:buClr>
              <a:buSzTx/>
              <a:buFontTx/>
              <a:buAutoNum type="arabicPeriod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Scroll down to the bottom of the page and click “</a:t>
            </a:r>
            <a:r>
              <a:rPr kumimoji="0" lang="en-CA" sz="2600" b="1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Save</a:t>
            </a: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  <a:p>
            <a:pPr marL="514350" marR="0" lvl="0" indent="-514350" algn="l" defTabSz="781583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1200"/>
              </a:spcAft>
              <a:buClr>
                <a:srgbClr val="599A83"/>
              </a:buClr>
              <a:buSzTx/>
              <a:buFontTx/>
              <a:buAutoNum type="arabicPeriod"/>
              <a:tabLst/>
              <a:defRPr/>
            </a:pP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Once saved, a pop-up message will say “</a:t>
            </a:r>
            <a:r>
              <a:rPr kumimoji="0" lang="en-CA" sz="2600" b="1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Success – Changes Successfully Saved and Account Updated</a:t>
            </a:r>
            <a:r>
              <a:rPr kumimoji="0" lang="en-CA" sz="2600" b="0" i="0" u="none" strike="noStrike" kern="1200" cap="none" spc="0" normalizeH="0" baseline="0" noProof="0" dirty="0">
                <a:ln>
                  <a:noFill/>
                </a:ln>
                <a:solidFill>
                  <a:srgbClr val="423F3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295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lgonquin College Colours">
      <a:dk1>
        <a:srgbClr val="423F3F"/>
      </a:dk1>
      <a:lt1>
        <a:sysClr val="window" lastClr="FFFFFF"/>
      </a:lt1>
      <a:dk2>
        <a:srgbClr val="00673E"/>
      </a:dk2>
      <a:lt2>
        <a:srgbClr val="FFFFFF"/>
      </a:lt2>
      <a:accent1>
        <a:srgbClr val="00673E"/>
      </a:accent1>
      <a:accent2>
        <a:srgbClr val="599A83"/>
      </a:accent2>
      <a:accent3>
        <a:srgbClr val="A6C8BC"/>
      </a:accent3>
      <a:accent4>
        <a:srgbClr val="408A70"/>
      </a:accent4>
      <a:accent5>
        <a:srgbClr val="423F3F"/>
      </a:accent5>
      <a:accent6>
        <a:srgbClr val="B4B2B5"/>
      </a:accent6>
      <a:hlink>
        <a:srgbClr val="43B02A"/>
      </a:hlink>
      <a:folHlink>
        <a:srgbClr val="7AC143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40E62984E36E41B40E4AEF59E3C0FE" ma:contentTypeVersion="14" ma:contentTypeDescription="Create a new document." ma:contentTypeScope="" ma:versionID="a00941347cade0b10d45fff8e14b635c">
  <xsd:schema xmlns:xsd="http://www.w3.org/2001/XMLSchema" xmlns:xs="http://www.w3.org/2001/XMLSchema" xmlns:p="http://schemas.microsoft.com/office/2006/metadata/properties" xmlns:ns2="c9b32561-d7d7-4dfa-8a59-67a413273d53" xmlns:ns3="7919ad2a-9438-4f4a-bfa1-d8077e5442e4" targetNamespace="http://schemas.microsoft.com/office/2006/metadata/properties" ma:root="true" ma:fieldsID="2487fe0bb9eb149db166dfa143885f52" ns2:_="" ns3:_="">
    <xsd:import namespace="c9b32561-d7d7-4dfa-8a59-67a413273d53"/>
    <xsd:import namespace="7919ad2a-9438-4f4a-bfa1-d8077e5442e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b32561-d7d7-4dfa-8a59-67a413273d5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2b5a200e-6db3-4776-8e88-7d4fd5d3dc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19ad2a-9438-4f4a-bfa1-d8077e5442e4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146086da-b50f-4181-a608-cf85c863bd42}" ma:internalName="TaxCatchAll" ma:showField="CatchAllData" ma:web="7919ad2a-9438-4f4a-bfa1-d8077e5442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9b32561-d7d7-4dfa-8a59-67a413273d53">
      <Terms xmlns="http://schemas.microsoft.com/office/infopath/2007/PartnerControls"/>
    </lcf76f155ced4ddcb4097134ff3c332f>
    <TaxCatchAll xmlns="7919ad2a-9438-4f4a-bfa1-d8077e5442e4" xsi:nil="true"/>
    <SharedWithUsers xmlns="7919ad2a-9438-4f4a-bfa1-d8077e5442e4">
      <UserInfo>
        <DisplayName>Alexis Gunawardena</DisplayName>
        <AccountId>12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9431C4-9351-48BB-9713-457169A6D4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b32561-d7d7-4dfa-8a59-67a413273d53"/>
    <ds:schemaRef ds:uri="7919ad2a-9438-4f4a-bfa1-d8077e5442e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95F755C-A93C-4C23-A937-BED307F72836}">
  <ds:schemaRefs>
    <ds:schemaRef ds:uri="http://purl.org/dc/dcmitype/"/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7919ad2a-9438-4f4a-bfa1-d8077e5442e4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c9b32561-d7d7-4dfa-8a59-67a413273d53"/>
    <ds:schemaRef ds:uri="5060071d-f4bf-4906-8547-4020ef716f6b"/>
    <ds:schemaRef ds:uri="eb4cedc2-3998-41de-9798-b9a5ad4d6676"/>
  </ds:schemaRefs>
</ds:datastoreItem>
</file>

<file path=customXml/itemProps3.xml><?xml version="1.0" encoding="utf-8"?>
<ds:datastoreItem xmlns:ds="http://schemas.openxmlformats.org/officeDocument/2006/customXml" ds:itemID="{2949F3FB-7CD5-4916-81AD-3823EB13989B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ec1bd924-0a6a-4aa9-aa89-c980316c0449}" enabled="0" method="" siteId="{ec1bd924-0a6a-4aa9-aa89-c980316c0449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3290</TotalTime>
  <Words>199</Words>
  <Application>Microsoft Office PowerPoint</Application>
  <PresentationFormat>Custom</PresentationFormat>
  <Paragraphs>31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Office Theme</vt:lpstr>
      <vt:lpstr>HireAC</vt:lpstr>
      <vt:lpstr>HireAC Guide Sections</vt:lpstr>
      <vt:lpstr>3. Changing Preferred Name in HireAC</vt:lpstr>
      <vt:lpstr>Changing Preferred Name in HireAC</vt:lpstr>
    </vt:vector>
  </TitlesOfParts>
  <Company>Salt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Daniela Chavez Ackermann</dc:creator>
  <cp:lastModifiedBy>Tetyana Semenovych</cp:lastModifiedBy>
  <cp:revision>224</cp:revision>
  <dcterms:created xsi:type="dcterms:W3CDTF">2016-12-21T16:02:28Z</dcterms:created>
  <dcterms:modified xsi:type="dcterms:W3CDTF">2025-08-19T22:46:29Z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0x0101003F40E62984E36E41B40E4AEF59E3C0FE</vt:lpwstr>
  </property>
</Properties>
</file>