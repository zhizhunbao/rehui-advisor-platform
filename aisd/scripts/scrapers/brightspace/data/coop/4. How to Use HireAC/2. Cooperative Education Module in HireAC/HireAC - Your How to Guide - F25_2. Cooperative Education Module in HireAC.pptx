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36" r:id="rId5"/>
    <p:sldId id="365" r:id="rId6"/>
    <p:sldId id="338" r:id="rId7"/>
    <p:sldId id="334" r:id="rId8"/>
    <p:sldId id="380" r:id="rId9"/>
    <p:sldId id="372" r:id="rId10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9278"/>
    <a:srgbClr val="1E6040"/>
    <a:srgbClr val="006643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14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741A-054A-2714-B5E1-FDF866DF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7F556-4A2F-4B3B-E040-680F724C5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17B16-F979-D498-C246-C97192F94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9296-5DF0-F2CF-A759-04EB4BB71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90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7A32-6277-1BBF-7FEE-2DD121D2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F3515-23C8-9F30-2F67-ABD954FFB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Cooperative </a:t>
            </a:r>
            <a:r>
              <a:rPr lang="en-US" dirty="0"/>
              <a:t>Education Module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57372-D73F-4B4B-D58D-351F5665B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page and other key sections of the Cooperative Education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512AD-DFB4-C6EC-DABA-B716E0C77D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72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EEBE-EF61-5559-651F-531A8A764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2090319" cy="1335973"/>
          </a:xfrm>
        </p:spPr>
        <p:txBody>
          <a:bodyPr/>
          <a:lstStyle/>
          <a:p>
            <a:r>
              <a:rPr lang="en-US" dirty="0"/>
              <a:t>Cooperative Education Module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00E9E-1C19-BAC5-FF76-3E21C650EE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9755" y="1804462"/>
            <a:ext cx="10912531" cy="4973560"/>
          </a:xfrm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sz="2800" dirty="0"/>
              <a:t>Go to </a:t>
            </a:r>
            <a:r>
              <a:rPr lang="en-US" sz="2800" b="1" dirty="0"/>
              <a:t>Cooperative Education</a:t>
            </a:r>
            <a:r>
              <a:rPr lang="en-US" sz="2800" dirty="0"/>
              <a:t>! As a Co-op student, you will be using the Cooperative Education module throughout your Co-op journey at Algonquin College. 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This is the module that you will be using </a:t>
            </a:r>
            <a:r>
              <a:rPr lang="en-US" sz="2800" b="1" dirty="0"/>
              <a:t>during the Co-op Job Search term</a:t>
            </a:r>
            <a:r>
              <a:rPr lang="en-US" sz="2800" dirty="0"/>
              <a:t> to view and apply to Co-op jobs for your program of study, upload your documents, and schedule interviews with employers.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If you secure a Co-op job, you will also continue to use this module </a:t>
            </a:r>
            <a:r>
              <a:rPr lang="en-US" sz="2800" b="1" dirty="0"/>
              <a:t>during the Co-op work-term </a:t>
            </a:r>
            <a:r>
              <a:rPr lang="en-US" sz="2800" dirty="0"/>
              <a:t>to manage your Co-op work term assignments that are submitted through HireAC.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F39F0-195F-F87E-4A8C-E9A9F2EBFD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8DD56E-BB9B-8D7B-F0AA-F1253F77F818}"/>
              </a:ext>
            </a:extLst>
          </p:cNvPr>
          <p:cNvPicPr/>
          <p:nvPr/>
        </p:nvPicPr>
        <p:blipFill rotWithShape="1">
          <a:blip r:embed="rId2"/>
          <a:srcRect l="49999" t="29168" r="44558" b="27079"/>
          <a:stretch/>
        </p:blipFill>
        <p:spPr bwMode="auto">
          <a:xfrm>
            <a:off x="812880" y="1775667"/>
            <a:ext cx="2857245" cy="6460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99ED2B-F9B2-A78A-3BD4-FAFFA8EA2796}"/>
              </a:ext>
            </a:extLst>
          </p:cNvPr>
          <p:cNvSpPr/>
          <p:nvPr/>
        </p:nvSpPr>
        <p:spPr>
          <a:xfrm>
            <a:off x="883023" y="3004457"/>
            <a:ext cx="2716957" cy="7795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8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9B1C-6CC6-4B9A-42DC-DB0D93E2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D724-974A-4B4B-8CE0-B752FDED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Cooperative Education Module – Key Sections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994D0-D7F2-A33B-F77D-36EFE8B9CA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9755" y="1775667"/>
            <a:ext cx="10912531" cy="7673134"/>
          </a:xfrm>
        </p:spPr>
        <p:txBody>
          <a:bodyPr/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300" b="1" dirty="0"/>
              <a:t>Co-op Job Postings </a:t>
            </a:r>
            <a:r>
              <a:rPr lang="en-US" sz="2300" dirty="0"/>
              <a:t>page is where you will find and apply to Co-op opportunities posted for your program of study. 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300" b="1" dirty="0"/>
              <a:t>Co-op Documents </a:t>
            </a:r>
            <a:r>
              <a:rPr lang="en-US" sz="2300" dirty="0"/>
              <a:t>page is where you will upload your resume and cover letter and create application packages for specific Co-op roles. You can also view the Co-op Resume Gallery for examples of resumes from past Co-op students. 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300" b="1" dirty="0"/>
              <a:t>Co-op Interviews </a:t>
            </a:r>
            <a:r>
              <a:rPr lang="en-US" sz="2300" dirty="0"/>
              <a:t>page is where you will manage interview invitations and view interview details. 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300" b="1" dirty="0"/>
              <a:t>Co-op Job Applications </a:t>
            </a:r>
            <a:r>
              <a:rPr lang="en-US" sz="2300" dirty="0"/>
              <a:t>page provides a record of all job applications you submitted for your scheduled Co-op work term. 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300" b="1" dirty="0"/>
              <a:t>Book an Appointment </a:t>
            </a:r>
            <a:r>
              <a:rPr lang="en-US" sz="2300" dirty="0"/>
              <a:t>page is where you can book a 30-minute Peer Review meeting with the Co-op and Career Leader student working at the Co-op and Career Centre to review your resume or cover letter and practice interview skills. 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300" b="1" dirty="0"/>
              <a:t>Rankings</a:t>
            </a:r>
            <a:r>
              <a:rPr lang="en-US" sz="2300" dirty="0"/>
              <a:t> page is where you will receive job offers if you are ranked as a top candidate after the interviews.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51B55-0208-13B6-0CC7-3AE7AF5A0AC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86B9B6-AE56-02F5-D156-612780840B72}"/>
              </a:ext>
            </a:extLst>
          </p:cNvPr>
          <p:cNvPicPr/>
          <p:nvPr/>
        </p:nvPicPr>
        <p:blipFill rotWithShape="1">
          <a:blip r:embed="rId3"/>
          <a:srcRect l="49999" t="29168" r="44558" b="27079"/>
          <a:stretch/>
        </p:blipFill>
        <p:spPr bwMode="auto">
          <a:xfrm>
            <a:off x="812881" y="1775667"/>
            <a:ext cx="2857245" cy="6460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09FA35-D14B-88FD-2E83-7B2507D6FEA9}"/>
              </a:ext>
            </a:extLst>
          </p:cNvPr>
          <p:cNvSpPr/>
          <p:nvPr/>
        </p:nvSpPr>
        <p:spPr>
          <a:xfrm>
            <a:off x="883024" y="3004457"/>
            <a:ext cx="2716957" cy="7795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0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7023-C9E7-2903-1423-7162772F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104FA1-073B-2DDD-A1DB-1879CA5B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Home Page of the Cooperative Education Module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CCB0C8-550D-5A00-50D6-E824AC0E36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79875"/>
            <a:ext cx="14223919" cy="5130800"/>
          </a:xfrm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sz="2400" b="1" dirty="0"/>
              <a:t>The Home page </a:t>
            </a:r>
            <a:r>
              <a:rPr lang="en-US" sz="2400" dirty="0"/>
              <a:t>of the Co-op module includes the following information: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Your </a:t>
            </a:r>
            <a:r>
              <a:rPr lang="en-US" sz="2400" b="1" dirty="0"/>
              <a:t>Co-op Sequence </a:t>
            </a:r>
            <a:r>
              <a:rPr lang="en-US" sz="2400" dirty="0"/>
              <a:t>page explains your academic/co-op work term schedule established by your academic department.</a:t>
            </a:r>
          </a:p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 b="1" dirty="0"/>
              <a:t>Coordinator details </a:t>
            </a:r>
            <a:r>
              <a:rPr lang="en-US" sz="2400" dirty="0"/>
              <a:t>will refer you to your Co-op Student Advisor, who is your main point of contact in the Co-op and Career Centre for support throughout your entire Co-op experience at Algonquin College.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3CABB3-BBE2-9896-E644-07FD6F0F4A03}"/>
              </a:ext>
            </a:extLst>
          </p:cNvPr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3590" t="21652" b="22933"/>
          <a:stretch/>
        </p:blipFill>
        <p:spPr bwMode="auto">
          <a:xfrm>
            <a:off x="2726541" y="4629197"/>
            <a:ext cx="10948148" cy="3949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9EAFE6D-C9BB-F632-7434-377C640945BA}"/>
              </a:ext>
            </a:extLst>
          </p:cNvPr>
          <p:cNvSpPr/>
          <p:nvPr/>
        </p:nvSpPr>
        <p:spPr>
          <a:xfrm>
            <a:off x="9691021" y="6726485"/>
            <a:ext cx="2716957" cy="1343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FB29B9-3897-ED96-5487-43A8510F962E}"/>
              </a:ext>
            </a:extLst>
          </p:cNvPr>
          <p:cNvSpPr/>
          <p:nvPr/>
        </p:nvSpPr>
        <p:spPr>
          <a:xfrm>
            <a:off x="3849610" y="6274428"/>
            <a:ext cx="1810961" cy="658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38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3292</TotalTime>
  <Words>439</Words>
  <Application>Microsoft Office PowerPoint</Application>
  <PresentationFormat>Custom</PresentationFormat>
  <Paragraphs>40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HireAC</vt:lpstr>
      <vt:lpstr>HireAC Guide Sections</vt:lpstr>
      <vt:lpstr>2. Cooperative Education Module in HireAC</vt:lpstr>
      <vt:lpstr>Cooperative Education Module in HireAC</vt:lpstr>
      <vt:lpstr>Cooperative Education Module – Key Sections</vt:lpstr>
      <vt:lpstr>Home Page of the Cooperative Education Module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225</cp:revision>
  <dcterms:created xsi:type="dcterms:W3CDTF">2016-12-21T16:02:28Z</dcterms:created>
  <dcterms:modified xsi:type="dcterms:W3CDTF">2025-08-19T22:46:17Z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