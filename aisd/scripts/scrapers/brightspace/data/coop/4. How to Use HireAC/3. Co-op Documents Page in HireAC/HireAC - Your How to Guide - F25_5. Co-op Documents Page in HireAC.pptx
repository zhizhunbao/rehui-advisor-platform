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336" r:id="rId5"/>
    <p:sldId id="365" r:id="rId6"/>
    <p:sldId id="339" r:id="rId7"/>
    <p:sldId id="382" r:id="rId8"/>
    <p:sldId id="385" r:id="rId9"/>
    <p:sldId id="384" r:id="rId10"/>
  </p:sldIdLst>
  <p:sldSz cx="16257588" cy="9144000"/>
  <p:notesSz cx="6858000" cy="9144000"/>
  <p:defaultTextStyle>
    <a:defPPr>
      <a:defRPr lang="en-US"/>
    </a:defPPr>
    <a:lvl1pPr marL="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1pPr>
    <a:lvl2pPr marL="781583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2pPr>
    <a:lvl3pPr marL="15631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3pPr>
    <a:lvl4pPr marL="234475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4pPr>
    <a:lvl5pPr marL="312633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5pPr>
    <a:lvl6pPr marL="390791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6pPr>
    <a:lvl7pPr marL="468950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7pPr>
    <a:lvl8pPr marL="547108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8pPr>
    <a:lvl9pPr marL="62526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512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43"/>
    <a:srgbClr val="1E6040"/>
    <a:srgbClr val="589278"/>
    <a:srgbClr val="338267"/>
    <a:srgbClr val="267A52"/>
    <a:srgbClr val="43B02A"/>
    <a:srgbClr val="00673E"/>
    <a:srgbClr val="7AC1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65" autoAdjust="0"/>
    <p:restoredTop sz="85007" autoAdjust="0"/>
  </p:normalViewPr>
  <p:slideViewPr>
    <p:cSldViewPr snapToGrid="0" snapToObjects="1">
      <p:cViewPr varScale="1">
        <p:scale>
          <a:sx n="47" d="100"/>
          <a:sy n="47" d="100"/>
        </p:scale>
        <p:origin x="1632" y="67"/>
      </p:cViewPr>
      <p:guideLst>
        <p:guide orient="horz" pos="2880"/>
        <p:guide pos="5121"/>
      </p:guideLst>
    </p:cSldViewPr>
  </p:slideViewPr>
  <p:outlineViewPr>
    <p:cViewPr>
      <p:scale>
        <a:sx n="33" d="100"/>
        <a:sy n="33" d="100"/>
      </p:scale>
      <p:origin x="0" y="538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62" d="100"/>
          <a:sy n="62" d="100"/>
        </p:scale>
        <p:origin x="315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678AF4-5E64-AC4C-BB17-179E924E563F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C6A53-3777-FA4B-999B-678D40C4B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4137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BA0A7F-40AB-B84E-BA8C-8861397EF456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B51CE3-F1EC-6B4D-8B6D-86D363C89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87595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781583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56316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234475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3126334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390791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468950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5471084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625266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24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86105-801E-BB68-23A9-10C0BACBD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BB90B0-2E5F-C160-DBA8-73797A9A73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666A01-5E87-B5CD-C371-4F6F71EE65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234379-EA87-A51D-6E92-82FE98D3E4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7075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080F0-ECD6-5CB0-F922-5BA421CD7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D81733-4F07-3859-AB46-A8C065007F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DD4F0D-1B9D-5F9C-2D3E-3251B315C6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FA04F2-2CEF-DADC-EB27-81A4F91FBA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366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06586-1E4A-F485-6EE1-157F8AE5B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5EC0F4-B857-2E25-D2BE-C764093514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0BFBA8-C63A-0D7C-F137-D0D2F855BF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042151-A114-1AB3-E8AF-DF7945A881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702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5978"/>
            <a:ext cx="16257588" cy="173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812882" y="1716573"/>
            <a:ext cx="9668510" cy="2180690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CA" dirty="0"/>
              <a:t>This is your presentation title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829733" y="7346545"/>
            <a:ext cx="7145607" cy="993775"/>
          </a:xfrm>
        </p:spPr>
        <p:txBody>
          <a:bodyPr anchor="b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Month 24th, 2023</a:t>
            </a:r>
            <a:endParaRPr lang="en-US" dirty="0"/>
          </a:p>
        </p:txBody>
      </p:sp>
      <p:sp>
        <p:nvSpPr>
          <p:cNvPr id="60" name="AutoShape 25">
            <a:extLst>
              <a:ext uri="{FF2B5EF4-FFF2-40B4-BE49-F238E27FC236}">
                <a16:creationId xmlns:a16="http://schemas.microsoft.com/office/drawing/2014/main" id="{EB6E2FE3-939D-5704-E0EE-C748EF76D90D}"/>
              </a:ext>
            </a:extLst>
          </p:cNvPr>
          <p:cNvSpPr>
            <a:spLocks noChangeAspect="1" noChangeArrowheads="1" noTextEdit="1"/>
          </p:cNvSpPr>
          <p:nvPr userDrawn="1"/>
        </p:nvSpPr>
        <p:spPr bwMode="auto">
          <a:xfrm>
            <a:off x="2841625" y="1471614"/>
            <a:ext cx="10574338" cy="620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7" name="Picture 5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A8870E9-517B-BF5A-661F-CB79DA7D7F8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60249"/>
          <a:stretch/>
        </p:blipFill>
        <p:spPr>
          <a:xfrm>
            <a:off x="11779224" y="426723"/>
            <a:ext cx="4086909" cy="2201222"/>
          </a:xfrm>
          <a:prstGeom prst="rect">
            <a:avLst/>
          </a:prstGeom>
        </p:spPr>
      </p:pic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3B14D2C6-9BD8-442C-6213-AB201EC4A56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2881" y="4083762"/>
            <a:ext cx="9668512" cy="2000250"/>
          </a:xfr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sz="4000" baseline="0">
                <a:solidFill>
                  <a:srgbClr val="A6C8BC"/>
                </a:solidFill>
              </a:defRPr>
            </a:lvl1pPr>
            <a:lvl2pPr marL="781583" indent="0">
              <a:buNone/>
              <a:defRPr sz="3100">
                <a:solidFill>
                  <a:schemeClr val="tx1">
                    <a:tint val="75000"/>
                  </a:schemeClr>
                </a:solidFill>
              </a:defRPr>
            </a:lvl2pPr>
            <a:lvl3pPr marL="1563167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34475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312633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90791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6895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547108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625266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644026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5978"/>
            <a:ext cx="16257588" cy="173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0" y="2059516"/>
            <a:ext cx="9668513" cy="1816101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4800" b="1" cap="none" baseline="0">
                <a:solidFill>
                  <a:srgbClr val="FFFFFF"/>
                </a:solidFill>
              </a:defRPr>
            </a:lvl1pPr>
          </a:lstStyle>
          <a:p>
            <a:r>
              <a:rPr lang="en-CA" dirty="0"/>
              <a:t>Chapter or Section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12881" y="4083762"/>
            <a:ext cx="9668512" cy="2000250"/>
          </a:xfr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sz="3400" baseline="0">
                <a:solidFill>
                  <a:srgbClr val="A6C8BC"/>
                </a:solidFill>
              </a:defRPr>
            </a:lvl1pPr>
            <a:lvl2pPr marL="781583" indent="0">
              <a:buNone/>
              <a:defRPr sz="3100">
                <a:solidFill>
                  <a:schemeClr val="tx1">
                    <a:tint val="75000"/>
                  </a:schemeClr>
                </a:solidFill>
              </a:defRPr>
            </a:lvl2pPr>
            <a:lvl3pPr marL="1563167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34475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312633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90791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6895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547108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625266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 dirty="0"/>
              <a:t>Brief description or intro to this section</a:t>
            </a:r>
          </a:p>
        </p:txBody>
      </p:sp>
      <p:sp>
        <p:nvSpPr>
          <p:cNvPr id="15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rgbClr val="96B7A6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965F924-4638-D48A-9C53-267EC9057214}"/>
              </a:ext>
            </a:extLst>
          </p:cNvPr>
          <p:cNvGrpSpPr/>
          <p:nvPr userDrawn="1"/>
        </p:nvGrpSpPr>
        <p:grpSpPr>
          <a:xfrm>
            <a:off x="12409276" y="803771"/>
            <a:ext cx="3201719" cy="558800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5" name="Freeform 221">
              <a:extLst>
                <a:ext uri="{FF2B5EF4-FFF2-40B4-BE49-F238E27FC236}">
                  <a16:creationId xmlns:a16="http://schemas.microsoft.com/office/drawing/2014/main" id="{D669F953-EBC3-3958-F54B-350833FEF0F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Freeform 222">
              <a:extLst>
                <a:ext uri="{FF2B5EF4-FFF2-40B4-BE49-F238E27FC236}">
                  <a16:creationId xmlns:a16="http://schemas.microsoft.com/office/drawing/2014/main" id="{A6304AA5-1218-BC18-B70A-CE55E08C273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Rectangle 223">
              <a:extLst>
                <a:ext uri="{FF2B5EF4-FFF2-40B4-BE49-F238E27FC236}">
                  <a16:creationId xmlns:a16="http://schemas.microsoft.com/office/drawing/2014/main" id="{E1558F93-78CF-B224-5A41-EE93ECDBB61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224">
              <a:extLst>
                <a:ext uri="{FF2B5EF4-FFF2-40B4-BE49-F238E27FC236}">
                  <a16:creationId xmlns:a16="http://schemas.microsoft.com/office/drawing/2014/main" id="{CD21A58E-E89F-EEE1-7519-C064416BEAE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5">
              <a:extLst>
                <a:ext uri="{FF2B5EF4-FFF2-40B4-BE49-F238E27FC236}">
                  <a16:creationId xmlns:a16="http://schemas.microsoft.com/office/drawing/2014/main" id="{BDACF6F3-E5CC-E6FC-04BC-295B55D980D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226">
              <a:extLst>
                <a:ext uri="{FF2B5EF4-FFF2-40B4-BE49-F238E27FC236}">
                  <a16:creationId xmlns:a16="http://schemas.microsoft.com/office/drawing/2014/main" id="{CFF66B08-05CC-4285-FE3D-64601DD1181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227">
              <a:extLst>
                <a:ext uri="{FF2B5EF4-FFF2-40B4-BE49-F238E27FC236}">
                  <a16:creationId xmlns:a16="http://schemas.microsoft.com/office/drawing/2014/main" id="{B5FE0270-B14A-9806-3FEF-BB56844531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8">
              <a:extLst>
                <a:ext uri="{FF2B5EF4-FFF2-40B4-BE49-F238E27FC236}">
                  <a16:creationId xmlns:a16="http://schemas.microsoft.com/office/drawing/2014/main" id="{AF495889-E713-EB8C-6155-93CA24BE57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229">
              <a:extLst>
                <a:ext uri="{FF2B5EF4-FFF2-40B4-BE49-F238E27FC236}">
                  <a16:creationId xmlns:a16="http://schemas.microsoft.com/office/drawing/2014/main" id="{0A645694-9D2E-4874-F25E-7F9E450A4CA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30">
              <a:extLst>
                <a:ext uri="{FF2B5EF4-FFF2-40B4-BE49-F238E27FC236}">
                  <a16:creationId xmlns:a16="http://schemas.microsoft.com/office/drawing/2014/main" id="{B427E418-FFD6-B889-77A1-69A9F74FEFF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31">
              <a:extLst>
                <a:ext uri="{FF2B5EF4-FFF2-40B4-BE49-F238E27FC236}">
                  <a16:creationId xmlns:a16="http://schemas.microsoft.com/office/drawing/2014/main" id="{9E50BDDE-90AA-0E1B-56F8-628F76C102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2">
              <a:extLst>
                <a:ext uri="{FF2B5EF4-FFF2-40B4-BE49-F238E27FC236}">
                  <a16:creationId xmlns:a16="http://schemas.microsoft.com/office/drawing/2014/main" id="{7810757D-E920-9886-03A1-A7CA52215E7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3">
              <a:extLst>
                <a:ext uri="{FF2B5EF4-FFF2-40B4-BE49-F238E27FC236}">
                  <a16:creationId xmlns:a16="http://schemas.microsoft.com/office/drawing/2014/main" id="{7A4BF876-8F2C-82F5-CA0F-E0F3CA7C3F5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4">
              <a:extLst>
                <a:ext uri="{FF2B5EF4-FFF2-40B4-BE49-F238E27FC236}">
                  <a16:creationId xmlns:a16="http://schemas.microsoft.com/office/drawing/2014/main" id="{7C1BA4EC-5331-104E-E8EA-60FF97D6834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5">
              <a:extLst>
                <a:ext uri="{FF2B5EF4-FFF2-40B4-BE49-F238E27FC236}">
                  <a16:creationId xmlns:a16="http://schemas.microsoft.com/office/drawing/2014/main" id="{5EFB77D9-CC32-3FA8-CCE3-CAF08A0FD1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6">
              <a:extLst>
                <a:ext uri="{FF2B5EF4-FFF2-40B4-BE49-F238E27FC236}">
                  <a16:creationId xmlns:a16="http://schemas.microsoft.com/office/drawing/2014/main" id="{6B0D4B2A-58B6-0EA2-C554-19D0A53C53D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7">
              <a:extLst>
                <a:ext uri="{FF2B5EF4-FFF2-40B4-BE49-F238E27FC236}">
                  <a16:creationId xmlns:a16="http://schemas.microsoft.com/office/drawing/2014/main" id="{E59B4A71-8252-4C45-9608-E4F892E0FF9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8">
              <a:extLst>
                <a:ext uri="{FF2B5EF4-FFF2-40B4-BE49-F238E27FC236}">
                  <a16:creationId xmlns:a16="http://schemas.microsoft.com/office/drawing/2014/main" id="{EF43881A-1EC9-EE40-A6D8-7352634E20B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Rectangle 239">
              <a:extLst>
                <a:ext uri="{FF2B5EF4-FFF2-40B4-BE49-F238E27FC236}">
                  <a16:creationId xmlns:a16="http://schemas.microsoft.com/office/drawing/2014/main" id="{4C124E78-C397-9939-A3F0-AF8EBCD8DEB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40">
              <a:extLst>
                <a:ext uri="{FF2B5EF4-FFF2-40B4-BE49-F238E27FC236}">
                  <a16:creationId xmlns:a16="http://schemas.microsoft.com/office/drawing/2014/main" id="{4899E263-5746-86BA-1138-EE017B3159B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41">
              <a:extLst>
                <a:ext uri="{FF2B5EF4-FFF2-40B4-BE49-F238E27FC236}">
                  <a16:creationId xmlns:a16="http://schemas.microsoft.com/office/drawing/2014/main" id="{603FEF72-4866-28D1-B03C-E270C1B66FD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42">
              <a:extLst>
                <a:ext uri="{FF2B5EF4-FFF2-40B4-BE49-F238E27FC236}">
                  <a16:creationId xmlns:a16="http://schemas.microsoft.com/office/drawing/2014/main" id="{06469233-3A41-3784-6770-89C0D492F25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7738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Autho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53" descr="curtain-100.eps">
            <a:extLst>
              <a:ext uri="{FF2B5EF4-FFF2-40B4-BE49-F238E27FC236}">
                <a16:creationId xmlns:a16="http://schemas.microsoft.com/office/drawing/2014/main" id="{456B23B8-8622-E77F-26B3-2BDCBE1E47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3804"/>
            <a:ext cx="16276079" cy="1780196"/>
          </a:xfrm>
          <a:prstGeom prst="rect">
            <a:avLst/>
          </a:prstGeom>
        </p:spPr>
      </p:pic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3335758" y="2404534"/>
            <a:ext cx="4633424" cy="4303580"/>
          </a:xfr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8297063" y="3115733"/>
            <a:ext cx="4673448" cy="2881182"/>
          </a:xfrm>
        </p:spPr>
        <p:txBody>
          <a:bodyPr anchor="ctr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tx2"/>
                </a:solidFill>
              </a:defRPr>
            </a:lvl1pPr>
          </a:lstStyle>
          <a:p>
            <a:r>
              <a:rPr lang="en-CA" dirty="0"/>
              <a:t>About the Author (1 author)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296275" y="2405062"/>
            <a:ext cx="46736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Name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8296275" y="5997575"/>
            <a:ext cx="4673600" cy="710539"/>
          </a:xfr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A01060A-B2AF-C2DE-0A2A-08C8EB6E03D7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" name="Freeform 221">
              <a:extLst>
                <a:ext uri="{FF2B5EF4-FFF2-40B4-BE49-F238E27FC236}">
                  <a16:creationId xmlns:a16="http://schemas.microsoft.com/office/drawing/2014/main" id="{489594DD-E9D4-4E07-D882-6E0E64CA08D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Freeform 222">
              <a:extLst>
                <a:ext uri="{FF2B5EF4-FFF2-40B4-BE49-F238E27FC236}">
                  <a16:creationId xmlns:a16="http://schemas.microsoft.com/office/drawing/2014/main" id="{2F52EE13-E23A-47A6-84EB-AD0A2A7A7B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Rectangle 223">
              <a:extLst>
                <a:ext uri="{FF2B5EF4-FFF2-40B4-BE49-F238E27FC236}">
                  <a16:creationId xmlns:a16="http://schemas.microsoft.com/office/drawing/2014/main" id="{EFF1B4DF-9F18-5B65-1D4D-952431512EA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24">
              <a:extLst>
                <a:ext uri="{FF2B5EF4-FFF2-40B4-BE49-F238E27FC236}">
                  <a16:creationId xmlns:a16="http://schemas.microsoft.com/office/drawing/2014/main" id="{8F4E530B-2247-3FF9-0FC4-8DDCEBEDB35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5">
              <a:extLst>
                <a:ext uri="{FF2B5EF4-FFF2-40B4-BE49-F238E27FC236}">
                  <a16:creationId xmlns:a16="http://schemas.microsoft.com/office/drawing/2014/main" id="{8873DC25-BAF3-52C7-CE05-DD8650E9427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26">
              <a:extLst>
                <a:ext uri="{FF2B5EF4-FFF2-40B4-BE49-F238E27FC236}">
                  <a16:creationId xmlns:a16="http://schemas.microsoft.com/office/drawing/2014/main" id="{D6EE393F-F235-C20D-35DE-F7B3A029509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227">
              <a:extLst>
                <a:ext uri="{FF2B5EF4-FFF2-40B4-BE49-F238E27FC236}">
                  <a16:creationId xmlns:a16="http://schemas.microsoft.com/office/drawing/2014/main" id="{7295235B-4332-7498-5D92-9036278872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228">
              <a:extLst>
                <a:ext uri="{FF2B5EF4-FFF2-40B4-BE49-F238E27FC236}">
                  <a16:creationId xmlns:a16="http://schemas.microsoft.com/office/drawing/2014/main" id="{B0EF0798-D1EF-B65E-990C-A7E339549DC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29">
              <a:extLst>
                <a:ext uri="{FF2B5EF4-FFF2-40B4-BE49-F238E27FC236}">
                  <a16:creationId xmlns:a16="http://schemas.microsoft.com/office/drawing/2014/main" id="{1281C1B1-14BF-63A8-B64C-745727BBDF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30">
              <a:extLst>
                <a:ext uri="{FF2B5EF4-FFF2-40B4-BE49-F238E27FC236}">
                  <a16:creationId xmlns:a16="http://schemas.microsoft.com/office/drawing/2014/main" id="{85AB7FEF-492C-FC71-9BDC-5015D145B0D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1">
              <a:extLst>
                <a:ext uri="{FF2B5EF4-FFF2-40B4-BE49-F238E27FC236}">
                  <a16:creationId xmlns:a16="http://schemas.microsoft.com/office/drawing/2014/main" id="{DD9E3936-012C-FBF4-FEAD-27A4C4F43E7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2">
              <a:extLst>
                <a:ext uri="{FF2B5EF4-FFF2-40B4-BE49-F238E27FC236}">
                  <a16:creationId xmlns:a16="http://schemas.microsoft.com/office/drawing/2014/main" id="{3D2BD181-99F5-9F05-C2D1-179B420B02D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3">
              <a:extLst>
                <a:ext uri="{FF2B5EF4-FFF2-40B4-BE49-F238E27FC236}">
                  <a16:creationId xmlns:a16="http://schemas.microsoft.com/office/drawing/2014/main" id="{1A517B7D-F997-E803-5811-13BA75F59AA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4">
              <a:extLst>
                <a:ext uri="{FF2B5EF4-FFF2-40B4-BE49-F238E27FC236}">
                  <a16:creationId xmlns:a16="http://schemas.microsoft.com/office/drawing/2014/main" id="{FB78C229-9F52-C135-92E9-834CB7139C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5">
              <a:extLst>
                <a:ext uri="{FF2B5EF4-FFF2-40B4-BE49-F238E27FC236}">
                  <a16:creationId xmlns:a16="http://schemas.microsoft.com/office/drawing/2014/main" id="{89B1CD83-CC4F-0712-69F6-1A7E3D4430D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6">
              <a:extLst>
                <a:ext uri="{FF2B5EF4-FFF2-40B4-BE49-F238E27FC236}">
                  <a16:creationId xmlns:a16="http://schemas.microsoft.com/office/drawing/2014/main" id="{E4F2BC17-34F3-E2AD-285F-F3CD3E82569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7">
              <a:extLst>
                <a:ext uri="{FF2B5EF4-FFF2-40B4-BE49-F238E27FC236}">
                  <a16:creationId xmlns:a16="http://schemas.microsoft.com/office/drawing/2014/main" id="{A45D09D5-5ED2-A645-82DF-9F040755C4D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38">
              <a:extLst>
                <a:ext uri="{FF2B5EF4-FFF2-40B4-BE49-F238E27FC236}">
                  <a16:creationId xmlns:a16="http://schemas.microsoft.com/office/drawing/2014/main" id="{2D3AE786-3D0A-E15F-0C56-537023A8EE1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Rectangle 239">
              <a:extLst>
                <a:ext uri="{FF2B5EF4-FFF2-40B4-BE49-F238E27FC236}">
                  <a16:creationId xmlns:a16="http://schemas.microsoft.com/office/drawing/2014/main" id="{827171B4-4597-1556-7EB3-A97038C7347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0">
              <a:extLst>
                <a:ext uri="{FF2B5EF4-FFF2-40B4-BE49-F238E27FC236}">
                  <a16:creationId xmlns:a16="http://schemas.microsoft.com/office/drawing/2014/main" id="{988DA02B-A83F-EFDC-8398-BCAECC9C628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1">
              <a:extLst>
                <a:ext uri="{FF2B5EF4-FFF2-40B4-BE49-F238E27FC236}">
                  <a16:creationId xmlns:a16="http://schemas.microsoft.com/office/drawing/2014/main" id="{86C07A68-1930-14FA-325B-B7AA6CC6FE9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42">
              <a:extLst>
                <a:ext uri="{FF2B5EF4-FFF2-40B4-BE49-F238E27FC236}">
                  <a16:creationId xmlns:a16="http://schemas.microsoft.com/office/drawing/2014/main" id="{4EE67484-7BBD-3CA6-ED1E-D823F707D31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981270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Auth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 descr="curtain-100.eps">
            <a:extLst>
              <a:ext uri="{FF2B5EF4-FFF2-40B4-BE49-F238E27FC236}">
                <a16:creationId xmlns:a16="http://schemas.microsoft.com/office/drawing/2014/main" id="{48E37DF6-D8F4-B9DF-CE4E-D3AA8618C7B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3804"/>
            <a:ext cx="16276079" cy="1780196"/>
          </a:xfrm>
          <a:prstGeom prst="rect">
            <a:avLst/>
          </a:prstGeom>
        </p:spPr>
      </p:pic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829814" y="2405062"/>
            <a:ext cx="2167288" cy="2013003"/>
          </a:xfr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3318933" y="3115733"/>
            <a:ext cx="4673448" cy="2387600"/>
          </a:xfrm>
        </p:spPr>
        <p:txBody>
          <a:bodyPr anchor="t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About the Author (2 authors)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3318145" y="2405062"/>
            <a:ext cx="46736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1 Name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3318145" y="5503333"/>
            <a:ext cx="4673600" cy="710539"/>
          </a:xfr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20" hasCustomPrompt="1"/>
          </p:nvPr>
        </p:nvSpPr>
        <p:spPr>
          <a:xfrm>
            <a:off x="8297171" y="2405062"/>
            <a:ext cx="2167288" cy="2013003"/>
          </a:xfr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21" hasCustomPrompt="1"/>
          </p:nvPr>
        </p:nvSpPr>
        <p:spPr>
          <a:xfrm>
            <a:off x="10786290" y="3115733"/>
            <a:ext cx="4673448" cy="2387600"/>
          </a:xfrm>
        </p:spPr>
        <p:txBody>
          <a:bodyPr anchor="t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5502" y="2405062"/>
            <a:ext cx="46736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2 Name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3" hasCustomPrompt="1"/>
          </p:nvPr>
        </p:nvSpPr>
        <p:spPr>
          <a:xfrm>
            <a:off x="10785502" y="5503333"/>
            <a:ext cx="4673600" cy="710539"/>
          </a:xfr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58DA9DE-0EB3-CA27-5034-3362E6B39DE7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" name="Freeform 221">
              <a:extLst>
                <a:ext uri="{FF2B5EF4-FFF2-40B4-BE49-F238E27FC236}">
                  <a16:creationId xmlns:a16="http://schemas.microsoft.com/office/drawing/2014/main" id="{41032C86-7336-73FF-9B49-BC6FE0388C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" name="Freeform 222">
              <a:extLst>
                <a:ext uri="{FF2B5EF4-FFF2-40B4-BE49-F238E27FC236}">
                  <a16:creationId xmlns:a16="http://schemas.microsoft.com/office/drawing/2014/main" id="{30152668-FA73-9B93-9C43-EE310A54CB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Rectangle 223">
              <a:extLst>
                <a:ext uri="{FF2B5EF4-FFF2-40B4-BE49-F238E27FC236}">
                  <a16:creationId xmlns:a16="http://schemas.microsoft.com/office/drawing/2014/main" id="{D0701D39-DA2C-C76F-34F0-6BA4CD5CDC8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224">
              <a:extLst>
                <a:ext uri="{FF2B5EF4-FFF2-40B4-BE49-F238E27FC236}">
                  <a16:creationId xmlns:a16="http://schemas.microsoft.com/office/drawing/2014/main" id="{CF31CC7B-8DDF-9646-5CA1-BAF60B3CD13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25">
              <a:extLst>
                <a:ext uri="{FF2B5EF4-FFF2-40B4-BE49-F238E27FC236}">
                  <a16:creationId xmlns:a16="http://schemas.microsoft.com/office/drawing/2014/main" id="{5D295046-D5D0-5116-9992-A8E1126EBE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6">
              <a:extLst>
                <a:ext uri="{FF2B5EF4-FFF2-40B4-BE49-F238E27FC236}">
                  <a16:creationId xmlns:a16="http://schemas.microsoft.com/office/drawing/2014/main" id="{AF38D1CB-01AD-1A09-9C4B-CA36CF5D92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7">
              <a:extLst>
                <a:ext uri="{FF2B5EF4-FFF2-40B4-BE49-F238E27FC236}">
                  <a16:creationId xmlns:a16="http://schemas.microsoft.com/office/drawing/2014/main" id="{FBBA10BE-1D5C-DC0A-55D8-7FF759EA269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28">
              <a:extLst>
                <a:ext uri="{FF2B5EF4-FFF2-40B4-BE49-F238E27FC236}">
                  <a16:creationId xmlns:a16="http://schemas.microsoft.com/office/drawing/2014/main" id="{A0C3BFD1-3B04-F5E8-8F63-EF7EE866753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29">
              <a:extLst>
                <a:ext uri="{FF2B5EF4-FFF2-40B4-BE49-F238E27FC236}">
                  <a16:creationId xmlns:a16="http://schemas.microsoft.com/office/drawing/2014/main" id="{A30984DF-9664-8238-1439-6B5406E1B8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0">
              <a:extLst>
                <a:ext uri="{FF2B5EF4-FFF2-40B4-BE49-F238E27FC236}">
                  <a16:creationId xmlns:a16="http://schemas.microsoft.com/office/drawing/2014/main" id="{51A04D7D-9FEF-96C2-CAA1-9850DD1F3D4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1">
              <a:extLst>
                <a:ext uri="{FF2B5EF4-FFF2-40B4-BE49-F238E27FC236}">
                  <a16:creationId xmlns:a16="http://schemas.microsoft.com/office/drawing/2014/main" id="{2AAFC5A2-615A-9A1C-72E6-DEA308C1166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2">
              <a:extLst>
                <a:ext uri="{FF2B5EF4-FFF2-40B4-BE49-F238E27FC236}">
                  <a16:creationId xmlns:a16="http://schemas.microsoft.com/office/drawing/2014/main" id="{2C369982-3E24-B4BF-6518-993569F57AD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3">
              <a:extLst>
                <a:ext uri="{FF2B5EF4-FFF2-40B4-BE49-F238E27FC236}">
                  <a16:creationId xmlns:a16="http://schemas.microsoft.com/office/drawing/2014/main" id="{2E22A02A-7403-8AEE-85C5-7CE451733D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34">
              <a:extLst>
                <a:ext uri="{FF2B5EF4-FFF2-40B4-BE49-F238E27FC236}">
                  <a16:creationId xmlns:a16="http://schemas.microsoft.com/office/drawing/2014/main" id="{79E5E53B-0AE5-769D-7972-257FDE39E00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35">
              <a:extLst>
                <a:ext uri="{FF2B5EF4-FFF2-40B4-BE49-F238E27FC236}">
                  <a16:creationId xmlns:a16="http://schemas.microsoft.com/office/drawing/2014/main" id="{3A65134B-F3BB-7128-93B7-FED72D298B7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36">
              <a:extLst>
                <a:ext uri="{FF2B5EF4-FFF2-40B4-BE49-F238E27FC236}">
                  <a16:creationId xmlns:a16="http://schemas.microsoft.com/office/drawing/2014/main" id="{31F00B9B-4292-A028-DD4D-CC605F5E561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37">
              <a:extLst>
                <a:ext uri="{FF2B5EF4-FFF2-40B4-BE49-F238E27FC236}">
                  <a16:creationId xmlns:a16="http://schemas.microsoft.com/office/drawing/2014/main" id="{E0198ECE-70D2-B072-EFCA-FACFB934818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38">
              <a:extLst>
                <a:ext uri="{FF2B5EF4-FFF2-40B4-BE49-F238E27FC236}">
                  <a16:creationId xmlns:a16="http://schemas.microsoft.com/office/drawing/2014/main" id="{36407204-AD18-5BD2-3A61-F0A607CF60B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Rectangle 239">
              <a:extLst>
                <a:ext uri="{FF2B5EF4-FFF2-40B4-BE49-F238E27FC236}">
                  <a16:creationId xmlns:a16="http://schemas.microsoft.com/office/drawing/2014/main" id="{0FA10050-DCFD-C7D6-51A5-CCBF010D72D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40">
              <a:extLst>
                <a:ext uri="{FF2B5EF4-FFF2-40B4-BE49-F238E27FC236}">
                  <a16:creationId xmlns:a16="http://schemas.microsoft.com/office/drawing/2014/main" id="{35CCB7E9-B325-2104-CC6F-11F4FDA6F2F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41">
              <a:extLst>
                <a:ext uri="{FF2B5EF4-FFF2-40B4-BE49-F238E27FC236}">
                  <a16:creationId xmlns:a16="http://schemas.microsoft.com/office/drawing/2014/main" id="{4202ACD0-2916-09CF-74F2-784848D3EB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42">
              <a:extLst>
                <a:ext uri="{FF2B5EF4-FFF2-40B4-BE49-F238E27FC236}">
                  <a16:creationId xmlns:a16="http://schemas.microsoft.com/office/drawing/2014/main" id="{75FBE13A-949C-D7B1-9CDD-A9A2C633B13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53797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Key Poi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key point text slide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89278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 descr="curtain-100.eps">
            <a:extLst>
              <a:ext uri="{FF2B5EF4-FFF2-40B4-BE49-F238E27FC236}">
                <a16:creationId xmlns:a16="http://schemas.microsoft.com/office/drawing/2014/main" id="{5049F1E9-B414-0A5C-A4CC-2CA4A1E538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5826"/>
            <a:ext cx="16257588" cy="1778174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F0E728E5-C0CD-9D97-797D-538E359A42D2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3" name="Freeform 221">
              <a:extLst>
                <a:ext uri="{FF2B5EF4-FFF2-40B4-BE49-F238E27FC236}">
                  <a16:creationId xmlns:a16="http://schemas.microsoft.com/office/drawing/2014/main" id="{92C53C6A-3E7D-2475-7BCD-8FC036E0A60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2">
              <a:extLst>
                <a:ext uri="{FF2B5EF4-FFF2-40B4-BE49-F238E27FC236}">
                  <a16:creationId xmlns:a16="http://schemas.microsoft.com/office/drawing/2014/main" id="{33FC62D5-0741-4908-8058-4F57AA9315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Rectangle 223">
              <a:extLst>
                <a:ext uri="{FF2B5EF4-FFF2-40B4-BE49-F238E27FC236}">
                  <a16:creationId xmlns:a16="http://schemas.microsoft.com/office/drawing/2014/main" id="{647E156F-2B84-CB14-D0A4-AD6869507B3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4">
              <a:extLst>
                <a:ext uri="{FF2B5EF4-FFF2-40B4-BE49-F238E27FC236}">
                  <a16:creationId xmlns:a16="http://schemas.microsoft.com/office/drawing/2014/main" id="{44551389-2B2E-86C6-0764-700B1C5D318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5">
              <a:extLst>
                <a:ext uri="{FF2B5EF4-FFF2-40B4-BE49-F238E27FC236}">
                  <a16:creationId xmlns:a16="http://schemas.microsoft.com/office/drawing/2014/main" id="{356924E6-2A9E-002C-19F5-11B0CD27849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6">
              <a:extLst>
                <a:ext uri="{FF2B5EF4-FFF2-40B4-BE49-F238E27FC236}">
                  <a16:creationId xmlns:a16="http://schemas.microsoft.com/office/drawing/2014/main" id="{35862CC6-54DD-3DDF-F597-02E7858E51E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7">
              <a:extLst>
                <a:ext uri="{FF2B5EF4-FFF2-40B4-BE49-F238E27FC236}">
                  <a16:creationId xmlns:a16="http://schemas.microsoft.com/office/drawing/2014/main" id="{BC3B339F-37C5-E449-A8D4-C265D67D2EE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8">
              <a:extLst>
                <a:ext uri="{FF2B5EF4-FFF2-40B4-BE49-F238E27FC236}">
                  <a16:creationId xmlns:a16="http://schemas.microsoft.com/office/drawing/2014/main" id="{16749880-133E-D398-C805-E86E731DF43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9">
              <a:extLst>
                <a:ext uri="{FF2B5EF4-FFF2-40B4-BE49-F238E27FC236}">
                  <a16:creationId xmlns:a16="http://schemas.microsoft.com/office/drawing/2014/main" id="{AD77839D-48A2-DBE0-C585-28A27666F6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0">
              <a:extLst>
                <a:ext uri="{FF2B5EF4-FFF2-40B4-BE49-F238E27FC236}">
                  <a16:creationId xmlns:a16="http://schemas.microsoft.com/office/drawing/2014/main" id="{07FDFFC8-CA5D-395B-4247-1E2D81CCFA7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1">
              <a:extLst>
                <a:ext uri="{FF2B5EF4-FFF2-40B4-BE49-F238E27FC236}">
                  <a16:creationId xmlns:a16="http://schemas.microsoft.com/office/drawing/2014/main" id="{4124124F-D831-0E74-9342-1BE3C550475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2">
              <a:extLst>
                <a:ext uri="{FF2B5EF4-FFF2-40B4-BE49-F238E27FC236}">
                  <a16:creationId xmlns:a16="http://schemas.microsoft.com/office/drawing/2014/main" id="{FFF805A5-B66D-9C47-7912-602E944557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3">
              <a:extLst>
                <a:ext uri="{FF2B5EF4-FFF2-40B4-BE49-F238E27FC236}">
                  <a16:creationId xmlns:a16="http://schemas.microsoft.com/office/drawing/2014/main" id="{9A1D2CE4-AAE9-28C7-EB79-3B7D3F9DBFE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4">
              <a:extLst>
                <a:ext uri="{FF2B5EF4-FFF2-40B4-BE49-F238E27FC236}">
                  <a16:creationId xmlns:a16="http://schemas.microsoft.com/office/drawing/2014/main" id="{AF52283B-D2A9-C1E7-20B9-850B2F405EF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5">
              <a:extLst>
                <a:ext uri="{FF2B5EF4-FFF2-40B4-BE49-F238E27FC236}">
                  <a16:creationId xmlns:a16="http://schemas.microsoft.com/office/drawing/2014/main" id="{18C8C667-53A1-7132-B82A-5A6F815E75E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6">
              <a:extLst>
                <a:ext uri="{FF2B5EF4-FFF2-40B4-BE49-F238E27FC236}">
                  <a16:creationId xmlns:a16="http://schemas.microsoft.com/office/drawing/2014/main" id="{0C7BC034-1743-FA40-54D8-10F61C4D71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7">
              <a:extLst>
                <a:ext uri="{FF2B5EF4-FFF2-40B4-BE49-F238E27FC236}">
                  <a16:creationId xmlns:a16="http://schemas.microsoft.com/office/drawing/2014/main" id="{85BC41F7-2A9A-1D2C-1F94-478CCFF408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8">
              <a:extLst>
                <a:ext uri="{FF2B5EF4-FFF2-40B4-BE49-F238E27FC236}">
                  <a16:creationId xmlns:a16="http://schemas.microsoft.com/office/drawing/2014/main" id="{80F1B11E-FCDA-D2AE-DE8F-82700FB4A38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Rectangle 239">
              <a:extLst>
                <a:ext uri="{FF2B5EF4-FFF2-40B4-BE49-F238E27FC236}">
                  <a16:creationId xmlns:a16="http://schemas.microsoft.com/office/drawing/2014/main" id="{D5365694-4DB2-8CEC-1661-16519F15C4C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0">
              <a:extLst>
                <a:ext uri="{FF2B5EF4-FFF2-40B4-BE49-F238E27FC236}">
                  <a16:creationId xmlns:a16="http://schemas.microsoft.com/office/drawing/2014/main" id="{459D0494-FF41-1EF5-576D-F14B927A120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41">
              <a:extLst>
                <a:ext uri="{FF2B5EF4-FFF2-40B4-BE49-F238E27FC236}">
                  <a16:creationId xmlns:a16="http://schemas.microsoft.com/office/drawing/2014/main" id="{225DDCD4-FAD2-BAAF-F5C0-79C29428B2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2">
              <a:extLst>
                <a:ext uri="{FF2B5EF4-FFF2-40B4-BE49-F238E27FC236}">
                  <a16:creationId xmlns:a16="http://schemas.microsoft.com/office/drawing/2014/main" id="{F97C2A7D-749C-8B02-3BD5-245AE54BB1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80" name="Slide Number Placeholder 8">
            <a:extLst>
              <a:ext uri="{FF2B5EF4-FFF2-40B4-BE49-F238E27FC236}">
                <a16:creationId xmlns:a16="http://schemas.microsoft.com/office/drawing/2014/main" id="{F4588ED0-41F6-ECC0-446A-4651467AC23F}"/>
              </a:ext>
            </a:extLst>
          </p:cNvPr>
          <p:cNvSpPr txBox="1">
            <a:spLocks/>
          </p:cNvSpPr>
          <p:nvPr userDrawn="1"/>
        </p:nvSpPr>
        <p:spPr>
          <a:xfrm>
            <a:off x="351482" y="8649855"/>
            <a:ext cx="529132" cy="486834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781583" rtl="0" eaLnBrk="1" latinLnBrk="0" hangingPunct="1">
              <a:defRPr sz="2100" b="1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781583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63167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344750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126334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907917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689500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71084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52667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832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-Col Key Poi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green-bar.eps">
            <a:extLst>
              <a:ext uri="{FF2B5EF4-FFF2-40B4-BE49-F238E27FC236}">
                <a16:creationId xmlns:a16="http://schemas.microsoft.com/office/drawing/2014/main" id="{1D35DBB3-BB08-E90E-E037-D007192A2B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26142486-331B-0DC2-0048-07F95EABF533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6" name="Freeform 221">
              <a:extLst>
                <a:ext uri="{FF2B5EF4-FFF2-40B4-BE49-F238E27FC236}">
                  <a16:creationId xmlns:a16="http://schemas.microsoft.com/office/drawing/2014/main" id="{163320AE-96E9-3CCF-29EF-20B0268D426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22">
              <a:extLst>
                <a:ext uri="{FF2B5EF4-FFF2-40B4-BE49-F238E27FC236}">
                  <a16:creationId xmlns:a16="http://schemas.microsoft.com/office/drawing/2014/main" id="{81F5F82F-51CF-10BB-4877-EE390F42D30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Rectangle 223">
              <a:extLst>
                <a:ext uri="{FF2B5EF4-FFF2-40B4-BE49-F238E27FC236}">
                  <a16:creationId xmlns:a16="http://schemas.microsoft.com/office/drawing/2014/main" id="{C7E2F945-0D11-E340-AD8D-1E88799DAE8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4">
              <a:extLst>
                <a:ext uri="{FF2B5EF4-FFF2-40B4-BE49-F238E27FC236}">
                  <a16:creationId xmlns:a16="http://schemas.microsoft.com/office/drawing/2014/main" id="{1724A4E7-6A64-B8F7-F021-09F2B3389B2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25">
              <a:extLst>
                <a:ext uri="{FF2B5EF4-FFF2-40B4-BE49-F238E27FC236}">
                  <a16:creationId xmlns:a16="http://schemas.microsoft.com/office/drawing/2014/main" id="{E46401F5-340E-E56A-6C89-0BDF83C854A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226">
              <a:extLst>
                <a:ext uri="{FF2B5EF4-FFF2-40B4-BE49-F238E27FC236}">
                  <a16:creationId xmlns:a16="http://schemas.microsoft.com/office/drawing/2014/main" id="{0FAD93F0-4536-308A-B1FA-81109E444E5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27">
              <a:extLst>
                <a:ext uri="{FF2B5EF4-FFF2-40B4-BE49-F238E27FC236}">
                  <a16:creationId xmlns:a16="http://schemas.microsoft.com/office/drawing/2014/main" id="{386FA730-6CFC-4675-C4A4-96F665CB41F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228">
              <a:extLst>
                <a:ext uri="{FF2B5EF4-FFF2-40B4-BE49-F238E27FC236}">
                  <a16:creationId xmlns:a16="http://schemas.microsoft.com/office/drawing/2014/main" id="{4C3E332F-F0BE-F521-F518-A9A3B51A706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29">
              <a:extLst>
                <a:ext uri="{FF2B5EF4-FFF2-40B4-BE49-F238E27FC236}">
                  <a16:creationId xmlns:a16="http://schemas.microsoft.com/office/drawing/2014/main" id="{1CFF4400-B63F-3CF8-F9A8-7AC44BF1ED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30">
              <a:extLst>
                <a:ext uri="{FF2B5EF4-FFF2-40B4-BE49-F238E27FC236}">
                  <a16:creationId xmlns:a16="http://schemas.microsoft.com/office/drawing/2014/main" id="{3BF76AAA-6E91-4258-4746-0B08F9EC52F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1">
              <a:extLst>
                <a:ext uri="{FF2B5EF4-FFF2-40B4-BE49-F238E27FC236}">
                  <a16:creationId xmlns:a16="http://schemas.microsoft.com/office/drawing/2014/main" id="{9FDBA778-0A60-95D6-6C8B-8BFFBEC9FC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2">
              <a:extLst>
                <a:ext uri="{FF2B5EF4-FFF2-40B4-BE49-F238E27FC236}">
                  <a16:creationId xmlns:a16="http://schemas.microsoft.com/office/drawing/2014/main" id="{206F5BB1-8953-2E8D-B26B-E333BFF812F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3">
              <a:extLst>
                <a:ext uri="{FF2B5EF4-FFF2-40B4-BE49-F238E27FC236}">
                  <a16:creationId xmlns:a16="http://schemas.microsoft.com/office/drawing/2014/main" id="{A9A7EDE1-40E7-DA9B-F797-265C96A48F5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4">
              <a:extLst>
                <a:ext uri="{FF2B5EF4-FFF2-40B4-BE49-F238E27FC236}">
                  <a16:creationId xmlns:a16="http://schemas.microsoft.com/office/drawing/2014/main" id="{40629932-2319-5808-87CF-53FE493DE1C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5">
              <a:extLst>
                <a:ext uri="{FF2B5EF4-FFF2-40B4-BE49-F238E27FC236}">
                  <a16:creationId xmlns:a16="http://schemas.microsoft.com/office/drawing/2014/main" id="{19BD39F7-743A-A212-1DD8-5A3FB42B4D7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6">
              <a:extLst>
                <a:ext uri="{FF2B5EF4-FFF2-40B4-BE49-F238E27FC236}">
                  <a16:creationId xmlns:a16="http://schemas.microsoft.com/office/drawing/2014/main" id="{976C9F7C-376D-9D12-2F79-67582B7473C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7">
              <a:extLst>
                <a:ext uri="{FF2B5EF4-FFF2-40B4-BE49-F238E27FC236}">
                  <a16:creationId xmlns:a16="http://schemas.microsoft.com/office/drawing/2014/main" id="{3862AD15-FE31-BE7D-BC61-66E4B6733E8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38">
              <a:extLst>
                <a:ext uri="{FF2B5EF4-FFF2-40B4-BE49-F238E27FC236}">
                  <a16:creationId xmlns:a16="http://schemas.microsoft.com/office/drawing/2014/main" id="{A74BA4A4-9CAA-4B70-E6A7-EE39CEFD782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Rectangle 239">
              <a:extLst>
                <a:ext uri="{FF2B5EF4-FFF2-40B4-BE49-F238E27FC236}">
                  <a16:creationId xmlns:a16="http://schemas.microsoft.com/office/drawing/2014/main" id="{C2B10996-27DF-E9CF-DDA1-19E378EF9CA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40">
              <a:extLst>
                <a:ext uri="{FF2B5EF4-FFF2-40B4-BE49-F238E27FC236}">
                  <a16:creationId xmlns:a16="http://schemas.microsoft.com/office/drawing/2014/main" id="{121D81CF-B96C-4250-5B51-B4670028D06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41">
              <a:extLst>
                <a:ext uri="{FF2B5EF4-FFF2-40B4-BE49-F238E27FC236}">
                  <a16:creationId xmlns:a16="http://schemas.microsoft.com/office/drawing/2014/main" id="{505BA0AF-5645-1A23-1450-86EBBA7CA3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42">
              <a:extLst>
                <a:ext uri="{FF2B5EF4-FFF2-40B4-BE49-F238E27FC236}">
                  <a16:creationId xmlns:a16="http://schemas.microsoft.com/office/drawing/2014/main" id="{45D1C665-420A-92D8-3EEE-D143189ABB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key point text slide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89278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055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Key Poi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660398"/>
            <a:ext cx="11615780" cy="6874935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A basic 1-column key point slide with no title. 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3" name="Picture 1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5892F86-BF2A-811A-F8DD-D6AEAB07AD6D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50" name="Freeform 221">
              <a:extLst>
                <a:ext uri="{FF2B5EF4-FFF2-40B4-BE49-F238E27FC236}">
                  <a16:creationId xmlns:a16="http://schemas.microsoft.com/office/drawing/2014/main" id="{A22B534B-C154-1B0E-C0E5-CBCC51950C6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22">
              <a:extLst>
                <a:ext uri="{FF2B5EF4-FFF2-40B4-BE49-F238E27FC236}">
                  <a16:creationId xmlns:a16="http://schemas.microsoft.com/office/drawing/2014/main" id="{B1EB0E06-711D-1B87-1810-47B581206C8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Rectangle 223">
              <a:extLst>
                <a:ext uri="{FF2B5EF4-FFF2-40B4-BE49-F238E27FC236}">
                  <a16:creationId xmlns:a16="http://schemas.microsoft.com/office/drawing/2014/main" id="{E292ECE5-9914-1865-A54F-BFFEEDFB37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24">
              <a:extLst>
                <a:ext uri="{FF2B5EF4-FFF2-40B4-BE49-F238E27FC236}">
                  <a16:creationId xmlns:a16="http://schemas.microsoft.com/office/drawing/2014/main" id="{5E10D1F3-A74C-A1CF-07C9-079645DCDD7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25">
              <a:extLst>
                <a:ext uri="{FF2B5EF4-FFF2-40B4-BE49-F238E27FC236}">
                  <a16:creationId xmlns:a16="http://schemas.microsoft.com/office/drawing/2014/main" id="{2686DAE5-24D6-1A17-5B95-9F01B93F166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26">
              <a:extLst>
                <a:ext uri="{FF2B5EF4-FFF2-40B4-BE49-F238E27FC236}">
                  <a16:creationId xmlns:a16="http://schemas.microsoft.com/office/drawing/2014/main" id="{FAE65C59-C1C6-7E81-19BC-F286BE5FD54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27">
              <a:extLst>
                <a:ext uri="{FF2B5EF4-FFF2-40B4-BE49-F238E27FC236}">
                  <a16:creationId xmlns:a16="http://schemas.microsoft.com/office/drawing/2014/main" id="{CA9A62B8-59B5-B329-4AEB-676F9A0571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28">
              <a:extLst>
                <a:ext uri="{FF2B5EF4-FFF2-40B4-BE49-F238E27FC236}">
                  <a16:creationId xmlns:a16="http://schemas.microsoft.com/office/drawing/2014/main" id="{7EF6CEA9-8997-8EB5-FD06-425BB9717E1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29">
              <a:extLst>
                <a:ext uri="{FF2B5EF4-FFF2-40B4-BE49-F238E27FC236}">
                  <a16:creationId xmlns:a16="http://schemas.microsoft.com/office/drawing/2014/main" id="{2E8A8703-CF7D-70AB-2E5E-F3987EE7AB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230">
              <a:extLst>
                <a:ext uri="{FF2B5EF4-FFF2-40B4-BE49-F238E27FC236}">
                  <a16:creationId xmlns:a16="http://schemas.microsoft.com/office/drawing/2014/main" id="{F427EA5B-6BC2-E6F3-FF8B-35F50255405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231">
              <a:extLst>
                <a:ext uri="{FF2B5EF4-FFF2-40B4-BE49-F238E27FC236}">
                  <a16:creationId xmlns:a16="http://schemas.microsoft.com/office/drawing/2014/main" id="{6029B745-FF8F-A5C4-C18D-4E903436F31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232">
              <a:extLst>
                <a:ext uri="{FF2B5EF4-FFF2-40B4-BE49-F238E27FC236}">
                  <a16:creationId xmlns:a16="http://schemas.microsoft.com/office/drawing/2014/main" id="{9DB5A753-01D1-57E3-6538-7B59453B5BA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233">
              <a:extLst>
                <a:ext uri="{FF2B5EF4-FFF2-40B4-BE49-F238E27FC236}">
                  <a16:creationId xmlns:a16="http://schemas.microsoft.com/office/drawing/2014/main" id="{5C5CA76D-7B3D-E65C-FCB7-2B47F9ED43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234">
              <a:extLst>
                <a:ext uri="{FF2B5EF4-FFF2-40B4-BE49-F238E27FC236}">
                  <a16:creationId xmlns:a16="http://schemas.microsoft.com/office/drawing/2014/main" id="{1386FE57-E976-DB3A-EBB2-522D975D6C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235">
              <a:extLst>
                <a:ext uri="{FF2B5EF4-FFF2-40B4-BE49-F238E27FC236}">
                  <a16:creationId xmlns:a16="http://schemas.microsoft.com/office/drawing/2014/main" id="{5158DA01-0335-F34C-6EC6-F285E8370E1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236">
              <a:extLst>
                <a:ext uri="{FF2B5EF4-FFF2-40B4-BE49-F238E27FC236}">
                  <a16:creationId xmlns:a16="http://schemas.microsoft.com/office/drawing/2014/main" id="{F58FA401-F891-F105-ACB0-2C5BF184CD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237">
              <a:extLst>
                <a:ext uri="{FF2B5EF4-FFF2-40B4-BE49-F238E27FC236}">
                  <a16:creationId xmlns:a16="http://schemas.microsoft.com/office/drawing/2014/main" id="{65C78911-A796-BD3C-F812-90BD3280DD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238">
              <a:extLst>
                <a:ext uri="{FF2B5EF4-FFF2-40B4-BE49-F238E27FC236}">
                  <a16:creationId xmlns:a16="http://schemas.microsoft.com/office/drawing/2014/main" id="{99658EC1-6F5D-8517-37DC-56A8C57D72A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Rectangle 239">
              <a:extLst>
                <a:ext uri="{FF2B5EF4-FFF2-40B4-BE49-F238E27FC236}">
                  <a16:creationId xmlns:a16="http://schemas.microsoft.com/office/drawing/2014/main" id="{658C8DDB-8D7C-E969-98F2-E26A1DA9DAF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240">
              <a:extLst>
                <a:ext uri="{FF2B5EF4-FFF2-40B4-BE49-F238E27FC236}">
                  <a16:creationId xmlns:a16="http://schemas.microsoft.com/office/drawing/2014/main" id="{F4E6A7CF-A7B0-8D91-E3B1-EC551D56EF2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241">
              <a:extLst>
                <a:ext uri="{FF2B5EF4-FFF2-40B4-BE49-F238E27FC236}">
                  <a16:creationId xmlns:a16="http://schemas.microsoft.com/office/drawing/2014/main" id="{2C9DD079-857F-87F3-CAC3-6F7B3843C84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242">
              <a:extLst>
                <a:ext uri="{FF2B5EF4-FFF2-40B4-BE49-F238E27FC236}">
                  <a16:creationId xmlns:a16="http://schemas.microsoft.com/office/drawing/2014/main" id="{B16CD5B4-A42B-5196-6331-20E0F38321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56364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2-column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7162458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8297170" y="2404534"/>
            <a:ext cx="7147539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17" name="Picture 16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9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E6EDE83-055D-8881-0072-DC69C6EC9EB7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1" name="Freeform 221">
              <a:extLst>
                <a:ext uri="{FF2B5EF4-FFF2-40B4-BE49-F238E27FC236}">
                  <a16:creationId xmlns:a16="http://schemas.microsoft.com/office/drawing/2014/main" id="{FC3F1934-95CB-3A8A-573A-BA856C29F59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2">
              <a:extLst>
                <a:ext uri="{FF2B5EF4-FFF2-40B4-BE49-F238E27FC236}">
                  <a16:creationId xmlns:a16="http://schemas.microsoft.com/office/drawing/2014/main" id="{30D79DB7-2A03-72B2-DBEE-EC970421430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223">
              <a:extLst>
                <a:ext uri="{FF2B5EF4-FFF2-40B4-BE49-F238E27FC236}">
                  <a16:creationId xmlns:a16="http://schemas.microsoft.com/office/drawing/2014/main" id="{CE5F584B-E965-B714-1D17-5E75DFE109A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4">
              <a:extLst>
                <a:ext uri="{FF2B5EF4-FFF2-40B4-BE49-F238E27FC236}">
                  <a16:creationId xmlns:a16="http://schemas.microsoft.com/office/drawing/2014/main" id="{90056650-9E96-3173-34EF-79134995F47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5">
              <a:extLst>
                <a:ext uri="{FF2B5EF4-FFF2-40B4-BE49-F238E27FC236}">
                  <a16:creationId xmlns:a16="http://schemas.microsoft.com/office/drawing/2014/main" id="{4923F03E-43EA-37DA-6BF1-CA151AD7F3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6">
              <a:extLst>
                <a:ext uri="{FF2B5EF4-FFF2-40B4-BE49-F238E27FC236}">
                  <a16:creationId xmlns:a16="http://schemas.microsoft.com/office/drawing/2014/main" id="{CEA30D37-0F78-76F5-767E-FF658E67BCD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7">
              <a:extLst>
                <a:ext uri="{FF2B5EF4-FFF2-40B4-BE49-F238E27FC236}">
                  <a16:creationId xmlns:a16="http://schemas.microsoft.com/office/drawing/2014/main" id="{25495C29-35CE-AB66-9AED-87043964B37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8">
              <a:extLst>
                <a:ext uri="{FF2B5EF4-FFF2-40B4-BE49-F238E27FC236}">
                  <a16:creationId xmlns:a16="http://schemas.microsoft.com/office/drawing/2014/main" id="{5CEBA1B8-20D8-B826-6410-ABACC21D65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9">
              <a:extLst>
                <a:ext uri="{FF2B5EF4-FFF2-40B4-BE49-F238E27FC236}">
                  <a16:creationId xmlns:a16="http://schemas.microsoft.com/office/drawing/2014/main" id="{47066FED-5DF2-06EE-AE96-97C79A1C10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0">
              <a:extLst>
                <a:ext uri="{FF2B5EF4-FFF2-40B4-BE49-F238E27FC236}">
                  <a16:creationId xmlns:a16="http://schemas.microsoft.com/office/drawing/2014/main" id="{6AB637DD-174C-9411-8047-EE328F79B09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1">
              <a:extLst>
                <a:ext uri="{FF2B5EF4-FFF2-40B4-BE49-F238E27FC236}">
                  <a16:creationId xmlns:a16="http://schemas.microsoft.com/office/drawing/2014/main" id="{839F779B-A252-D1FD-A803-1913E9C788E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2">
              <a:extLst>
                <a:ext uri="{FF2B5EF4-FFF2-40B4-BE49-F238E27FC236}">
                  <a16:creationId xmlns:a16="http://schemas.microsoft.com/office/drawing/2014/main" id="{F84FDC7A-1BC6-D23B-477A-D3165413217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3">
              <a:extLst>
                <a:ext uri="{FF2B5EF4-FFF2-40B4-BE49-F238E27FC236}">
                  <a16:creationId xmlns:a16="http://schemas.microsoft.com/office/drawing/2014/main" id="{AD45B7A1-8503-B3D3-6F1B-705341ADC9D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4">
              <a:extLst>
                <a:ext uri="{FF2B5EF4-FFF2-40B4-BE49-F238E27FC236}">
                  <a16:creationId xmlns:a16="http://schemas.microsoft.com/office/drawing/2014/main" id="{5753A3C1-4C0A-B2CC-13C5-43C9ADDDA3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5">
              <a:extLst>
                <a:ext uri="{FF2B5EF4-FFF2-40B4-BE49-F238E27FC236}">
                  <a16:creationId xmlns:a16="http://schemas.microsoft.com/office/drawing/2014/main" id="{0CFBA5C0-DF30-CD92-E928-E689C21F806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6">
              <a:extLst>
                <a:ext uri="{FF2B5EF4-FFF2-40B4-BE49-F238E27FC236}">
                  <a16:creationId xmlns:a16="http://schemas.microsoft.com/office/drawing/2014/main" id="{DD49DA16-C030-0C9F-8EFF-FE6E65A7865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7">
              <a:extLst>
                <a:ext uri="{FF2B5EF4-FFF2-40B4-BE49-F238E27FC236}">
                  <a16:creationId xmlns:a16="http://schemas.microsoft.com/office/drawing/2014/main" id="{2106D029-9D07-E460-BCDD-205CD3F79BE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8">
              <a:extLst>
                <a:ext uri="{FF2B5EF4-FFF2-40B4-BE49-F238E27FC236}">
                  <a16:creationId xmlns:a16="http://schemas.microsoft.com/office/drawing/2014/main" id="{32B1B368-D959-B078-AECB-634D48FD8AE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239">
              <a:extLst>
                <a:ext uri="{FF2B5EF4-FFF2-40B4-BE49-F238E27FC236}">
                  <a16:creationId xmlns:a16="http://schemas.microsoft.com/office/drawing/2014/main" id="{EF093DAD-646F-E66B-9A15-6F37387DDA6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0">
              <a:extLst>
                <a:ext uri="{FF2B5EF4-FFF2-40B4-BE49-F238E27FC236}">
                  <a16:creationId xmlns:a16="http://schemas.microsoft.com/office/drawing/2014/main" id="{C7A870ED-14F9-FA3F-5F6B-D67917496C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1">
              <a:extLst>
                <a:ext uri="{FF2B5EF4-FFF2-40B4-BE49-F238E27FC236}">
                  <a16:creationId xmlns:a16="http://schemas.microsoft.com/office/drawing/2014/main" id="{DD124957-3D24-0A73-47AC-5C06DD18694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2">
              <a:extLst>
                <a:ext uri="{FF2B5EF4-FFF2-40B4-BE49-F238E27FC236}">
                  <a16:creationId xmlns:a16="http://schemas.microsoft.com/office/drawing/2014/main" id="{8DCDDF10-D80E-D3C6-E71C-88E21AA6C66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8618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basic 2-column key point text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7162458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8297170" y="3115732"/>
            <a:ext cx="7147539" cy="4419602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3" y="2405062"/>
            <a:ext cx="716245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8297170" y="2405062"/>
            <a:ext cx="7147539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12" name="Picture 11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20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1BCB707-A640-C632-04BB-B4196CFF7FCF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" name="Freeform 221">
              <a:extLst>
                <a:ext uri="{FF2B5EF4-FFF2-40B4-BE49-F238E27FC236}">
                  <a16:creationId xmlns:a16="http://schemas.microsoft.com/office/drawing/2014/main" id="{AB23E929-2398-6F0F-BA1E-855010A97F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Freeform 222">
              <a:extLst>
                <a:ext uri="{FF2B5EF4-FFF2-40B4-BE49-F238E27FC236}">
                  <a16:creationId xmlns:a16="http://schemas.microsoft.com/office/drawing/2014/main" id="{55FE6C92-A984-7A31-C526-9E896F57C81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Rectangle 223">
              <a:extLst>
                <a:ext uri="{FF2B5EF4-FFF2-40B4-BE49-F238E27FC236}">
                  <a16:creationId xmlns:a16="http://schemas.microsoft.com/office/drawing/2014/main" id="{F3278C30-3763-4AC0-C716-F588A79DB58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24">
              <a:extLst>
                <a:ext uri="{FF2B5EF4-FFF2-40B4-BE49-F238E27FC236}">
                  <a16:creationId xmlns:a16="http://schemas.microsoft.com/office/drawing/2014/main" id="{4B2B6F30-8C09-87D7-54AC-FC2D177A98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225">
              <a:extLst>
                <a:ext uri="{FF2B5EF4-FFF2-40B4-BE49-F238E27FC236}">
                  <a16:creationId xmlns:a16="http://schemas.microsoft.com/office/drawing/2014/main" id="{D23DA6D1-5517-CB52-C867-77701745B62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6">
              <a:extLst>
                <a:ext uri="{FF2B5EF4-FFF2-40B4-BE49-F238E27FC236}">
                  <a16:creationId xmlns:a16="http://schemas.microsoft.com/office/drawing/2014/main" id="{B51B53CD-4E1C-6037-035F-132FD1D688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7">
              <a:extLst>
                <a:ext uri="{FF2B5EF4-FFF2-40B4-BE49-F238E27FC236}">
                  <a16:creationId xmlns:a16="http://schemas.microsoft.com/office/drawing/2014/main" id="{E87430DE-F5AF-73DC-E267-A9052366E3C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28">
              <a:extLst>
                <a:ext uri="{FF2B5EF4-FFF2-40B4-BE49-F238E27FC236}">
                  <a16:creationId xmlns:a16="http://schemas.microsoft.com/office/drawing/2014/main" id="{621C2F47-E132-D329-FEFB-323CCD92588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9">
              <a:extLst>
                <a:ext uri="{FF2B5EF4-FFF2-40B4-BE49-F238E27FC236}">
                  <a16:creationId xmlns:a16="http://schemas.microsoft.com/office/drawing/2014/main" id="{D48511C1-3BB4-01E1-0439-22F9CEC631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0">
              <a:extLst>
                <a:ext uri="{FF2B5EF4-FFF2-40B4-BE49-F238E27FC236}">
                  <a16:creationId xmlns:a16="http://schemas.microsoft.com/office/drawing/2014/main" id="{E256B224-7F21-87F4-BF18-2E6B6AA6507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1">
              <a:extLst>
                <a:ext uri="{FF2B5EF4-FFF2-40B4-BE49-F238E27FC236}">
                  <a16:creationId xmlns:a16="http://schemas.microsoft.com/office/drawing/2014/main" id="{066228C6-4756-6B9D-3CC7-00EF6DE78E6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2">
              <a:extLst>
                <a:ext uri="{FF2B5EF4-FFF2-40B4-BE49-F238E27FC236}">
                  <a16:creationId xmlns:a16="http://schemas.microsoft.com/office/drawing/2014/main" id="{715787DD-6277-3CDC-ADB2-57793D19CAE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3">
              <a:extLst>
                <a:ext uri="{FF2B5EF4-FFF2-40B4-BE49-F238E27FC236}">
                  <a16:creationId xmlns:a16="http://schemas.microsoft.com/office/drawing/2014/main" id="{B9118773-1433-F90E-9652-7E2C9F6E04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4">
              <a:extLst>
                <a:ext uri="{FF2B5EF4-FFF2-40B4-BE49-F238E27FC236}">
                  <a16:creationId xmlns:a16="http://schemas.microsoft.com/office/drawing/2014/main" id="{0DEBAA94-D97E-8884-A4F3-52E3617935E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5">
              <a:extLst>
                <a:ext uri="{FF2B5EF4-FFF2-40B4-BE49-F238E27FC236}">
                  <a16:creationId xmlns:a16="http://schemas.microsoft.com/office/drawing/2014/main" id="{6854FDDE-B5EC-22E6-85DD-3743D4941B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6">
              <a:extLst>
                <a:ext uri="{FF2B5EF4-FFF2-40B4-BE49-F238E27FC236}">
                  <a16:creationId xmlns:a16="http://schemas.microsoft.com/office/drawing/2014/main" id="{F4792025-56AB-BD60-76BC-E077E2C33C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37">
              <a:extLst>
                <a:ext uri="{FF2B5EF4-FFF2-40B4-BE49-F238E27FC236}">
                  <a16:creationId xmlns:a16="http://schemas.microsoft.com/office/drawing/2014/main" id="{99BA043B-21FA-0975-D1DF-0F3699326E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38">
              <a:extLst>
                <a:ext uri="{FF2B5EF4-FFF2-40B4-BE49-F238E27FC236}">
                  <a16:creationId xmlns:a16="http://schemas.microsoft.com/office/drawing/2014/main" id="{12E8426D-757C-A074-E4C2-58860F2E7BE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Rectangle 239">
              <a:extLst>
                <a:ext uri="{FF2B5EF4-FFF2-40B4-BE49-F238E27FC236}">
                  <a16:creationId xmlns:a16="http://schemas.microsoft.com/office/drawing/2014/main" id="{AA7ED3EF-CF9B-D4EC-F22E-9F6119C61CB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40">
              <a:extLst>
                <a:ext uri="{FF2B5EF4-FFF2-40B4-BE49-F238E27FC236}">
                  <a16:creationId xmlns:a16="http://schemas.microsoft.com/office/drawing/2014/main" id="{FDCBCFEB-3FDC-0EB5-FFAD-5585B232777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41">
              <a:extLst>
                <a:ext uri="{FF2B5EF4-FFF2-40B4-BE49-F238E27FC236}">
                  <a16:creationId xmlns:a16="http://schemas.microsoft.com/office/drawing/2014/main" id="{0F9525BF-7E59-C652-BBF9-151D95C4A2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42">
              <a:extLst>
                <a:ext uri="{FF2B5EF4-FFF2-40B4-BE49-F238E27FC236}">
                  <a16:creationId xmlns:a16="http://schemas.microsoft.com/office/drawing/2014/main" id="{979FE4FD-F7FA-9A23-DB7D-9BF4B3614A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57022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4673339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2404534"/>
            <a:ext cx="4644000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2404534"/>
            <a:ext cx="4673448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11" name="Picture 10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3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F931994-4F50-9194-514A-50BE48DAE807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" name="Freeform 221">
              <a:extLst>
                <a:ext uri="{FF2B5EF4-FFF2-40B4-BE49-F238E27FC236}">
                  <a16:creationId xmlns:a16="http://schemas.microsoft.com/office/drawing/2014/main" id="{B9648E18-DF8C-F5D0-5D3E-E9196CC55A2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Freeform 222">
              <a:extLst>
                <a:ext uri="{FF2B5EF4-FFF2-40B4-BE49-F238E27FC236}">
                  <a16:creationId xmlns:a16="http://schemas.microsoft.com/office/drawing/2014/main" id="{C8A58CF0-6897-FFFB-6252-6D30550B11B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Rectangle 223">
              <a:extLst>
                <a:ext uri="{FF2B5EF4-FFF2-40B4-BE49-F238E27FC236}">
                  <a16:creationId xmlns:a16="http://schemas.microsoft.com/office/drawing/2014/main" id="{3D49C959-7A05-1F64-11E2-B2EF76E2869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24">
              <a:extLst>
                <a:ext uri="{FF2B5EF4-FFF2-40B4-BE49-F238E27FC236}">
                  <a16:creationId xmlns:a16="http://schemas.microsoft.com/office/drawing/2014/main" id="{23AF46C6-2843-B467-BF83-80EA8A5E63A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225">
              <a:extLst>
                <a:ext uri="{FF2B5EF4-FFF2-40B4-BE49-F238E27FC236}">
                  <a16:creationId xmlns:a16="http://schemas.microsoft.com/office/drawing/2014/main" id="{A6433DE9-4911-94A4-7149-D1FA38B122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6">
              <a:extLst>
                <a:ext uri="{FF2B5EF4-FFF2-40B4-BE49-F238E27FC236}">
                  <a16:creationId xmlns:a16="http://schemas.microsoft.com/office/drawing/2014/main" id="{523407F4-6DC8-FC8A-AC0E-B77204D87FC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227">
              <a:extLst>
                <a:ext uri="{FF2B5EF4-FFF2-40B4-BE49-F238E27FC236}">
                  <a16:creationId xmlns:a16="http://schemas.microsoft.com/office/drawing/2014/main" id="{551B86AC-DB99-75CA-C5C6-43F4CC3563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28">
              <a:extLst>
                <a:ext uri="{FF2B5EF4-FFF2-40B4-BE49-F238E27FC236}">
                  <a16:creationId xmlns:a16="http://schemas.microsoft.com/office/drawing/2014/main" id="{C59479C5-353F-85E4-7E9C-0785013BBB0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9">
              <a:extLst>
                <a:ext uri="{FF2B5EF4-FFF2-40B4-BE49-F238E27FC236}">
                  <a16:creationId xmlns:a16="http://schemas.microsoft.com/office/drawing/2014/main" id="{F9725C70-1AC0-EFE0-918A-2B89D98B6F8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0">
              <a:extLst>
                <a:ext uri="{FF2B5EF4-FFF2-40B4-BE49-F238E27FC236}">
                  <a16:creationId xmlns:a16="http://schemas.microsoft.com/office/drawing/2014/main" id="{E98F9B71-FB22-E0ED-AE77-8F82A34A25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1">
              <a:extLst>
                <a:ext uri="{FF2B5EF4-FFF2-40B4-BE49-F238E27FC236}">
                  <a16:creationId xmlns:a16="http://schemas.microsoft.com/office/drawing/2014/main" id="{E290949A-8D34-64E5-45CA-C7381C1BF12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2">
              <a:extLst>
                <a:ext uri="{FF2B5EF4-FFF2-40B4-BE49-F238E27FC236}">
                  <a16:creationId xmlns:a16="http://schemas.microsoft.com/office/drawing/2014/main" id="{82BC57E5-0635-5BC5-CB80-CF89F860EB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3">
              <a:extLst>
                <a:ext uri="{FF2B5EF4-FFF2-40B4-BE49-F238E27FC236}">
                  <a16:creationId xmlns:a16="http://schemas.microsoft.com/office/drawing/2014/main" id="{67F54AED-C48B-4178-360C-3A63CF8AB95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4">
              <a:extLst>
                <a:ext uri="{FF2B5EF4-FFF2-40B4-BE49-F238E27FC236}">
                  <a16:creationId xmlns:a16="http://schemas.microsoft.com/office/drawing/2014/main" id="{0F000DD6-5AF5-B386-3025-78EE613D743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5">
              <a:extLst>
                <a:ext uri="{FF2B5EF4-FFF2-40B4-BE49-F238E27FC236}">
                  <a16:creationId xmlns:a16="http://schemas.microsoft.com/office/drawing/2014/main" id="{74387526-2DF0-7EA1-B94D-D98FA9B111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6">
              <a:extLst>
                <a:ext uri="{FF2B5EF4-FFF2-40B4-BE49-F238E27FC236}">
                  <a16:creationId xmlns:a16="http://schemas.microsoft.com/office/drawing/2014/main" id="{62B10A7C-DBD1-8DE4-736F-4F32CFAB6B8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37">
              <a:extLst>
                <a:ext uri="{FF2B5EF4-FFF2-40B4-BE49-F238E27FC236}">
                  <a16:creationId xmlns:a16="http://schemas.microsoft.com/office/drawing/2014/main" id="{586FF15C-B2A7-2D8D-4570-C6C39BF7CF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38">
              <a:extLst>
                <a:ext uri="{FF2B5EF4-FFF2-40B4-BE49-F238E27FC236}">
                  <a16:creationId xmlns:a16="http://schemas.microsoft.com/office/drawing/2014/main" id="{37E6CBB5-A570-1CCC-7863-7117F859E8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Rectangle 239">
              <a:extLst>
                <a:ext uri="{FF2B5EF4-FFF2-40B4-BE49-F238E27FC236}">
                  <a16:creationId xmlns:a16="http://schemas.microsoft.com/office/drawing/2014/main" id="{0130D7BC-A7A4-8624-D2C1-4DA1125844B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40">
              <a:extLst>
                <a:ext uri="{FF2B5EF4-FFF2-40B4-BE49-F238E27FC236}">
                  <a16:creationId xmlns:a16="http://schemas.microsoft.com/office/drawing/2014/main" id="{8A291CEC-A7E2-191B-E039-633A4ACFFC2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41">
              <a:extLst>
                <a:ext uri="{FF2B5EF4-FFF2-40B4-BE49-F238E27FC236}">
                  <a16:creationId xmlns:a16="http://schemas.microsoft.com/office/drawing/2014/main" id="{039C8E54-83E0-4116-622E-A654F18D17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42">
              <a:extLst>
                <a:ext uri="{FF2B5EF4-FFF2-40B4-BE49-F238E27FC236}">
                  <a16:creationId xmlns:a16="http://schemas.microsoft.com/office/drawing/2014/main" id="{D00919F2-6369-781E-3497-8FCA74AA3E1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69520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key point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3115732"/>
            <a:ext cx="4644000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3115732"/>
            <a:ext cx="4673448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2405062"/>
            <a:ext cx="46440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2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720759D-F703-3FC3-6F64-8D49D3E53B73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5" name="Freeform 221">
              <a:extLst>
                <a:ext uri="{FF2B5EF4-FFF2-40B4-BE49-F238E27FC236}">
                  <a16:creationId xmlns:a16="http://schemas.microsoft.com/office/drawing/2014/main" id="{6CC8F03E-B4BF-97A9-2BF9-7F1027D1AFE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2">
              <a:extLst>
                <a:ext uri="{FF2B5EF4-FFF2-40B4-BE49-F238E27FC236}">
                  <a16:creationId xmlns:a16="http://schemas.microsoft.com/office/drawing/2014/main" id="{A46A8FDF-060D-F355-FDDD-9787A58D400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223">
              <a:extLst>
                <a:ext uri="{FF2B5EF4-FFF2-40B4-BE49-F238E27FC236}">
                  <a16:creationId xmlns:a16="http://schemas.microsoft.com/office/drawing/2014/main" id="{3758AF59-5497-FAFC-B0F6-BB93DB35A81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4">
              <a:extLst>
                <a:ext uri="{FF2B5EF4-FFF2-40B4-BE49-F238E27FC236}">
                  <a16:creationId xmlns:a16="http://schemas.microsoft.com/office/drawing/2014/main" id="{34DB6288-2F2E-D8E6-E224-1173F4D4FD8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5">
              <a:extLst>
                <a:ext uri="{FF2B5EF4-FFF2-40B4-BE49-F238E27FC236}">
                  <a16:creationId xmlns:a16="http://schemas.microsoft.com/office/drawing/2014/main" id="{E2C5C706-9A90-9FED-CFA3-A41F817F41D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6">
              <a:extLst>
                <a:ext uri="{FF2B5EF4-FFF2-40B4-BE49-F238E27FC236}">
                  <a16:creationId xmlns:a16="http://schemas.microsoft.com/office/drawing/2014/main" id="{84E087A3-9E7E-F467-B746-634EF1A1B2A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7">
              <a:extLst>
                <a:ext uri="{FF2B5EF4-FFF2-40B4-BE49-F238E27FC236}">
                  <a16:creationId xmlns:a16="http://schemas.microsoft.com/office/drawing/2014/main" id="{3476C695-AEFA-0E67-31B2-9D4B4F704BC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8">
              <a:extLst>
                <a:ext uri="{FF2B5EF4-FFF2-40B4-BE49-F238E27FC236}">
                  <a16:creationId xmlns:a16="http://schemas.microsoft.com/office/drawing/2014/main" id="{7031C7BF-98E2-00F4-AF0F-25F911DA37F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9">
              <a:extLst>
                <a:ext uri="{FF2B5EF4-FFF2-40B4-BE49-F238E27FC236}">
                  <a16:creationId xmlns:a16="http://schemas.microsoft.com/office/drawing/2014/main" id="{32803B8B-2218-199C-0AC2-01FEEE39429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0">
              <a:extLst>
                <a:ext uri="{FF2B5EF4-FFF2-40B4-BE49-F238E27FC236}">
                  <a16:creationId xmlns:a16="http://schemas.microsoft.com/office/drawing/2014/main" id="{CA3E3204-F388-1C4D-2AAC-DC750D18BC7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1">
              <a:extLst>
                <a:ext uri="{FF2B5EF4-FFF2-40B4-BE49-F238E27FC236}">
                  <a16:creationId xmlns:a16="http://schemas.microsoft.com/office/drawing/2014/main" id="{7BE1EFDE-E052-CE41-4596-A3014137EBC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2">
              <a:extLst>
                <a:ext uri="{FF2B5EF4-FFF2-40B4-BE49-F238E27FC236}">
                  <a16:creationId xmlns:a16="http://schemas.microsoft.com/office/drawing/2014/main" id="{23A79913-D248-5E0A-302E-49F181DA16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3">
              <a:extLst>
                <a:ext uri="{FF2B5EF4-FFF2-40B4-BE49-F238E27FC236}">
                  <a16:creationId xmlns:a16="http://schemas.microsoft.com/office/drawing/2014/main" id="{2C37F367-922E-3238-6992-CB8CB561DE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4">
              <a:extLst>
                <a:ext uri="{FF2B5EF4-FFF2-40B4-BE49-F238E27FC236}">
                  <a16:creationId xmlns:a16="http://schemas.microsoft.com/office/drawing/2014/main" id="{BF2C8249-D25D-2CE2-BA8E-9CB41132126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5">
              <a:extLst>
                <a:ext uri="{FF2B5EF4-FFF2-40B4-BE49-F238E27FC236}">
                  <a16:creationId xmlns:a16="http://schemas.microsoft.com/office/drawing/2014/main" id="{DF613E55-BF58-1C31-6AD5-35717C7F4E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6">
              <a:extLst>
                <a:ext uri="{FF2B5EF4-FFF2-40B4-BE49-F238E27FC236}">
                  <a16:creationId xmlns:a16="http://schemas.microsoft.com/office/drawing/2014/main" id="{392E4928-8733-056A-40F0-4DBF698686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7">
              <a:extLst>
                <a:ext uri="{FF2B5EF4-FFF2-40B4-BE49-F238E27FC236}">
                  <a16:creationId xmlns:a16="http://schemas.microsoft.com/office/drawing/2014/main" id="{114A43A0-8BAB-BB4A-7D98-9436A01214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8">
              <a:extLst>
                <a:ext uri="{FF2B5EF4-FFF2-40B4-BE49-F238E27FC236}">
                  <a16:creationId xmlns:a16="http://schemas.microsoft.com/office/drawing/2014/main" id="{1E8599B0-C86D-A6F5-7B0C-069132A4CAE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Rectangle 239">
              <a:extLst>
                <a:ext uri="{FF2B5EF4-FFF2-40B4-BE49-F238E27FC236}">
                  <a16:creationId xmlns:a16="http://schemas.microsoft.com/office/drawing/2014/main" id="{D89A1D39-8CD8-6CC5-DACE-D9434AB66FD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0">
              <a:extLst>
                <a:ext uri="{FF2B5EF4-FFF2-40B4-BE49-F238E27FC236}">
                  <a16:creationId xmlns:a16="http://schemas.microsoft.com/office/drawing/2014/main" id="{39B9FC59-A071-7072-D2E9-DDBA7F530AD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41">
              <a:extLst>
                <a:ext uri="{FF2B5EF4-FFF2-40B4-BE49-F238E27FC236}">
                  <a16:creationId xmlns:a16="http://schemas.microsoft.com/office/drawing/2014/main" id="{8644E861-50C0-4903-3D30-97458E4F9D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42">
              <a:extLst>
                <a:ext uri="{FF2B5EF4-FFF2-40B4-BE49-F238E27FC236}">
                  <a16:creationId xmlns:a16="http://schemas.microsoft.com/office/drawing/2014/main" id="{C26186F0-12E5-6369-1D3B-75AF37B97B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545669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4673339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2404534"/>
            <a:ext cx="4644000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2404534"/>
            <a:ext cx="4673448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5130801"/>
            <a:ext cx="4673339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5130801"/>
            <a:ext cx="4644000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5130801"/>
            <a:ext cx="4673448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2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E4ACC47-C18E-A580-5B58-4923B560B121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5" name="Freeform 221">
              <a:extLst>
                <a:ext uri="{FF2B5EF4-FFF2-40B4-BE49-F238E27FC236}">
                  <a16:creationId xmlns:a16="http://schemas.microsoft.com/office/drawing/2014/main" id="{04754881-7C67-9293-B764-D8DE35E97D9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2">
              <a:extLst>
                <a:ext uri="{FF2B5EF4-FFF2-40B4-BE49-F238E27FC236}">
                  <a16:creationId xmlns:a16="http://schemas.microsoft.com/office/drawing/2014/main" id="{5C3048E5-3A6B-D432-615E-CF4C2F3510C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223">
              <a:extLst>
                <a:ext uri="{FF2B5EF4-FFF2-40B4-BE49-F238E27FC236}">
                  <a16:creationId xmlns:a16="http://schemas.microsoft.com/office/drawing/2014/main" id="{6B1F41AC-2831-5E45-ADF6-E69C20EAAAD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4">
              <a:extLst>
                <a:ext uri="{FF2B5EF4-FFF2-40B4-BE49-F238E27FC236}">
                  <a16:creationId xmlns:a16="http://schemas.microsoft.com/office/drawing/2014/main" id="{1F2D048E-5EE1-490F-D650-010B207C21D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5">
              <a:extLst>
                <a:ext uri="{FF2B5EF4-FFF2-40B4-BE49-F238E27FC236}">
                  <a16:creationId xmlns:a16="http://schemas.microsoft.com/office/drawing/2014/main" id="{939D0958-9766-AA68-E96F-BB2F4158856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6">
              <a:extLst>
                <a:ext uri="{FF2B5EF4-FFF2-40B4-BE49-F238E27FC236}">
                  <a16:creationId xmlns:a16="http://schemas.microsoft.com/office/drawing/2014/main" id="{EB3502A1-D190-4255-FE00-0ED187E6A0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7">
              <a:extLst>
                <a:ext uri="{FF2B5EF4-FFF2-40B4-BE49-F238E27FC236}">
                  <a16:creationId xmlns:a16="http://schemas.microsoft.com/office/drawing/2014/main" id="{4C2B3032-1F0C-F138-8E49-CC7A5165B49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8">
              <a:extLst>
                <a:ext uri="{FF2B5EF4-FFF2-40B4-BE49-F238E27FC236}">
                  <a16:creationId xmlns:a16="http://schemas.microsoft.com/office/drawing/2014/main" id="{C9216814-4062-1C6E-04F6-2D68DCD3BF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9">
              <a:extLst>
                <a:ext uri="{FF2B5EF4-FFF2-40B4-BE49-F238E27FC236}">
                  <a16:creationId xmlns:a16="http://schemas.microsoft.com/office/drawing/2014/main" id="{AA71693B-715F-B21D-DE19-367A32268E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0">
              <a:extLst>
                <a:ext uri="{FF2B5EF4-FFF2-40B4-BE49-F238E27FC236}">
                  <a16:creationId xmlns:a16="http://schemas.microsoft.com/office/drawing/2014/main" id="{2D623175-39D6-3AFB-6E1A-CD32872DEDD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1">
              <a:extLst>
                <a:ext uri="{FF2B5EF4-FFF2-40B4-BE49-F238E27FC236}">
                  <a16:creationId xmlns:a16="http://schemas.microsoft.com/office/drawing/2014/main" id="{C16E5CF0-6CC6-2C1D-DAE4-D088F2C65E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2">
              <a:extLst>
                <a:ext uri="{FF2B5EF4-FFF2-40B4-BE49-F238E27FC236}">
                  <a16:creationId xmlns:a16="http://schemas.microsoft.com/office/drawing/2014/main" id="{D84948B4-B77A-7AE3-9F54-8416E32684B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3">
              <a:extLst>
                <a:ext uri="{FF2B5EF4-FFF2-40B4-BE49-F238E27FC236}">
                  <a16:creationId xmlns:a16="http://schemas.microsoft.com/office/drawing/2014/main" id="{A503C081-2C7E-2BDB-C88B-0E5F15A003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4">
              <a:extLst>
                <a:ext uri="{FF2B5EF4-FFF2-40B4-BE49-F238E27FC236}">
                  <a16:creationId xmlns:a16="http://schemas.microsoft.com/office/drawing/2014/main" id="{D1A7DB3F-CF59-7561-15C4-D7008019D96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5">
              <a:extLst>
                <a:ext uri="{FF2B5EF4-FFF2-40B4-BE49-F238E27FC236}">
                  <a16:creationId xmlns:a16="http://schemas.microsoft.com/office/drawing/2014/main" id="{3395F8C4-9958-3905-4BD4-E9F6C9D45F7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6">
              <a:extLst>
                <a:ext uri="{FF2B5EF4-FFF2-40B4-BE49-F238E27FC236}">
                  <a16:creationId xmlns:a16="http://schemas.microsoft.com/office/drawing/2014/main" id="{08D7169D-1226-FE64-ED1C-5B34F072D7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7">
              <a:extLst>
                <a:ext uri="{FF2B5EF4-FFF2-40B4-BE49-F238E27FC236}">
                  <a16:creationId xmlns:a16="http://schemas.microsoft.com/office/drawing/2014/main" id="{1ABA97E8-362A-6D50-830F-C8E16F2954C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8">
              <a:extLst>
                <a:ext uri="{FF2B5EF4-FFF2-40B4-BE49-F238E27FC236}">
                  <a16:creationId xmlns:a16="http://schemas.microsoft.com/office/drawing/2014/main" id="{F1630414-7853-C2D9-E8EF-7527F7FA8B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Rectangle 239">
              <a:extLst>
                <a:ext uri="{FF2B5EF4-FFF2-40B4-BE49-F238E27FC236}">
                  <a16:creationId xmlns:a16="http://schemas.microsoft.com/office/drawing/2014/main" id="{27FE5B18-DF42-6B65-C441-22C72A631B3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0">
              <a:extLst>
                <a:ext uri="{FF2B5EF4-FFF2-40B4-BE49-F238E27FC236}">
                  <a16:creationId xmlns:a16="http://schemas.microsoft.com/office/drawing/2014/main" id="{E4F9BCEB-EBE9-8122-96F9-25B6FB3EBC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41">
              <a:extLst>
                <a:ext uri="{FF2B5EF4-FFF2-40B4-BE49-F238E27FC236}">
                  <a16:creationId xmlns:a16="http://schemas.microsoft.com/office/drawing/2014/main" id="{08EB3A9E-0613-212A-3AAA-D6CC4C83954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42">
              <a:extLst>
                <a:ext uri="{FF2B5EF4-FFF2-40B4-BE49-F238E27FC236}">
                  <a16:creationId xmlns:a16="http://schemas.microsoft.com/office/drawing/2014/main" id="{C29C9000-01D5-7D8F-E9B5-1E9B3B0EAB7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04804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Key Point w/ 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6-point key point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3"/>
            <a:ext cx="4673339" cy="16979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3115733"/>
            <a:ext cx="4644000" cy="16979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3115733"/>
            <a:ext cx="4673448" cy="16979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5858406"/>
            <a:ext cx="4673339" cy="1681532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5858406"/>
            <a:ext cx="4644000" cy="1681532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5858406"/>
            <a:ext cx="4673448" cy="1681532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5807945" y="2405062"/>
            <a:ext cx="46440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812883" y="5147735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1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5" y="5147735"/>
            <a:ext cx="46440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26" hasCustomPrompt="1"/>
          </p:nvPr>
        </p:nvSpPr>
        <p:spPr>
          <a:xfrm>
            <a:off x="10786183" y="5147735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23" name="Picture 2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25" name="Slide Number Placeholder 8"/>
          <p:cNvSpPr>
            <a:spLocks noGrp="1"/>
          </p:cNvSpPr>
          <p:nvPr>
            <p:ph type="sldNum" sz="quarter" idx="27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D1E6CF3-D974-345A-E2A8-AEE5A1910EBF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1" name="Freeform 221">
              <a:extLst>
                <a:ext uri="{FF2B5EF4-FFF2-40B4-BE49-F238E27FC236}">
                  <a16:creationId xmlns:a16="http://schemas.microsoft.com/office/drawing/2014/main" id="{438C6ADA-B949-0EFA-45F3-57CEFCC5DA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2">
              <a:extLst>
                <a:ext uri="{FF2B5EF4-FFF2-40B4-BE49-F238E27FC236}">
                  <a16:creationId xmlns:a16="http://schemas.microsoft.com/office/drawing/2014/main" id="{382FCDF6-A498-BC2C-2C05-A6FACD2B03C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Rectangle 223">
              <a:extLst>
                <a:ext uri="{FF2B5EF4-FFF2-40B4-BE49-F238E27FC236}">
                  <a16:creationId xmlns:a16="http://schemas.microsoft.com/office/drawing/2014/main" id="{276B9C37-F6DC-F659-1F47-0A75A75DAC3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24">
              <a:extLst>
                <a:ext uri="{FF2B5EF4-FFF2-40B4-BE49-F238E27FC236}">
                  <a16:creationId xmlns:a16="http://schemas.microsoft.com/office/drawing/2014/main" id="{304B3483-0F10-8F87-F213-DC75E68F8BB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25">
              <a:extLst>
                <a:ext uri="{FF2B5EF4-FFF2-40B4-BE49-F238E27FC236}">
                  <a16:creationId xmlns:a16="http://schemas.microsoft.com/office/drawing/2014/main" id="{8AC43A3C-BF38-0105-3B1D-5069C598B81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26">
              <a:extLst>
                <a:ext uri="{FF2B5EF4-FFF2-40B4-BE49-F238E27FC236}">
                  <a16:creationId xmlns:a16="http://schemas.microsoft.com/office/drawing/2014/main" id="{66FB4F07-D7B4-4B72-1C6C-74A4991D93C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27">
              <a:extLst>
                <a:ext uri="{FF2B5EF4-FFF2-40B4-BE49-F238E27FC236}">
                  <a16:creationId xmlns:a16="http://schemas.microsoft.com/office/drawing/2014/main" id="{4357423D-01DA-89CF-A259-F93243548EA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28">
              <a:extLst>
                <a:ext uri="{FF2B5EF4-FFF2-40B4-BE49-F238E27FC236}">
                  <a16:creationId xmlns:a16="http://schemas.microsoft.com/office/drawing/2014/main" id="{F3EA4805-7C33-176C-D6D5-9C27A04FE09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29">
              <a:extLst>
                <a:ext uri="{FF2B5EF4-FFF2-40B4-BE49-F238E27FC236}">
                  <a16:creationId xmlns:a16="http://schemas.microsoft.com/office/drawing/2014/main" id="{A437D4BD-9656-1730-FC24-7C3EA2C2E89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0">
              <a:extLst>
                <a:ext uri="{FF2B5EF4-FFF2-40B4-BE49-F238E27FC236}">
                  <a16:creationId xmlns:a16="http://schemas.microsoft.com/office/drawing/2014/main" id="{96FD91B2-0A82-9571-BADB-0EDADCACCF7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1">
              <a:extLst>
                <a:ext uri="{FF2B5EF4-FFF2-40B4-BE49-F238E27FC236}">
                  <a16:creationId xmlns:a16="http://schemas.microsoft.com/office/drawing/2014/main" id="{73554CB4-C1F3-E175-31EE-66501251ACE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2">
              <a:extLst>
                <a:ext uri="{FF2B5EF4-FFF2-40B4-BE49-F238E27FC236}">
                  <a16:creationId xmlns:a16="http://schemas.microsoft.com/office/drawing/2014/main" id="{85D71DCF-CA55-5248-C026-6370E4769E1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33">
              <a:extLst>
                <a:ext uri="{FF2B5EF4-FFF2-40B4-BE49-F238E27FC236}">
                  <a16:creationId xmlns:a16="http://schemas.microsoft.com/office/drawing/2014/main" id="{526BED7A-86B1-9D2F-B0ED-F6CA7930CDE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34">
              <a:extLst>
                <a:ext uri="{FF2B5EF4-FFF2-40B4-BE49-F238E27FC236}">
                  <a16:creationId xmlns:a16="http://schemas.microsoft.com/office/drawing/2014/main" id="{C99758B7-4D36-9438-34C9-6F180D604A6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35">
              <a:extLst>
                <a:ext uri="{FF2B5EF4-FFF2-40B4-BE49-F238E27FC236}">
                  <a16:creationId xmlns:a16="http://schemas.microsoft.com/office/drawing/2014/main" id="{6F2FA35F-4D84-8E65-F27E-18AD96ECB5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36">
              <a:extLst>
                <a:ext uri="{FF2B5EF4-FFF2-40B4-BE49-F238E27FC236}">
                  <a16:creationId xmlns:a16="http://schemas.microsoft.com/office/drawing/2014/main" id="{A38B8B31-6484-C049-AADE-FB2AC445B1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37">
              <a:extLst>
                <a:ext uri="{FF2B5EF4-FFF2-40B4-BE49-F238E27FC236}">
                  <a16:creationId xmlns:a16="http://schemas.microsoft.com/office/drawing/2014/main" id="{0A2E5F71-4AF4-EA6E-782D-9BCFD47EDD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38">
              <a:extLst>
                <a:ext uri="{FF2B5EF4-FFF2-40B4-BE49-F238E27FC236}">
                  <a16:creationId xmlns:a16="http://schemas.microsoft.com/office/drawing/2014/main" id="{EB6953A8-06B5-7956-8E0C-458C91317FA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Rectangle 239">
              <a:extLst>
                <a:ext uri="{FF2B5EF4-FFF2-40B4-BE49-F238E27FC236}">
                  <a16:creationId xmlns:a16="http://schemas.microsoft.com/office/drawing/2014/main" id="{2EC6FA84-E74E-D471-E4A5-3E5F0C46826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240">
              <a:extLst>
                <a:ext uri="{FF2B5EF4-FFF2-40B4-BE49-F238E27FC236}">
                  <a16:creationId xmlns:a16="http://schemas.microsoft.com/office/drawing/2014/main" id="{161C31F1-B48F-4964-B4A4-ACBF6C3534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241">
              <a:extLst>
                <a:ext uri="{FF2B5EF4-FFF2-40B4-BE49-F238E27FC236}">
                  <a16:creationId xmlns:a16="http://schemas.microsoft.com/office/drawing/2014/main" id="{E678BA56-3F69-45EB-DED7-12B90D1FC6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242">
              <a:extLst>
                <a:ext uri="{FF2B5EF4-FFF2-40B4-BE49-F238E27FC236}">
                  <a16:creationId xmlns:a16="http://schemas.microsoft.com/office/drawing/2014/main" id="{BC3185E5-CDD7-4B5D-30C5-3488FF0FBC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036385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k Conte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3" name="Picture 1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961DCF7-41AA-2AC1-671B-190926C5A111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1" name="Freeform 221">
              <a:extLst>
                <a:ext uri="{FF2B5EF4-FFF2-40B4-BE49-F238E27FC236}">
                  <a16:creationId xmlns:a16="http://schemas.microsoft.com/office/drawing/2014/main" id="{06CD6846-F7A1-5F94-011D-658EE6203D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2">
              <a:extLst>
                <a:ext uri="{FF2B5EF4-FFF2-40B4-BE49-F238E27FC236}">
                  <a16:creationId xmlns:a16="http://schemas.microsoft.com/office/drawing/2014/main" id="{FD732A93-D44B-A59F-DE37-1E71D6C8907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223">
              <a:extLst>
                <a:ext uri="{FF2B5EF4-FFF2-40B4-BE49-F238E27FC236}">
                  <a16:creationId xmlns:a16="http://schemas.microsoft.com/office/drawing/2014/main" id="{7812F615-74C2-3518-EDC2-F8C2AA16669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4">
              <a:extLst>
                <a:ext uri="{FF2B5EF4-FFF2-40B4-BE49-F238E27FC236}">
                  <a16:creationId xmlns:a16="http://schemas.microsoft.com/office/drawing/2014/main" id="{5275A6A2-64DD-CC3D-6D60-1A94510199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5">
              <a:extLst>
                <a:ext uri="{FF2B5EF4-FFF2-40B4-BE49-F238E27FC236}">
                  <a16:creationId xmlns:a16="http://schemas.microsoft.com/office/drawing/2014/main" id="{219FE994-6004-8C2C-6B44-EED73E34C7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6">
              <a:extLst>
                <a:ext uri="{FF2B5EF4-FFF2-40B4-BE49-F238E27FC236}">
                  <a16:creationId xmlns:a16="http://schemas.microsoft.com/office/drawing/2014/main" id="{7357B344-16FE-8F78-EF48-8100E780AE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7">
              <a:extLst>
                <a:ext uri="{FF2B5EF4-FFF2-40B4-BE49-F238E27FC236}">
                  <a16:creationId xmlns:a16="http://schemas.microsoft.com/office/drawing/2014/main" id="{D74E7980-BFFD-E399-7F2B-A59F6C77465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8">
              <a:extLst>
                <a:ext uri="{FF2B5EF4-FFF2-40B4-BE49-F238E27FC236}">
                  <a16:creationId xmlns:a16="http://schemas.microsoft.com/office/drawing/2014/main" id="{4591F572-295F-01FC-705C-956D58596D5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9">
              <a:extLst>
                <a:ext uri="{FF2B5EF4-FFF2-40B4-BE49-F238E27FC236}">
                  <a16:creationId xmlns:a16="http://schemas.microsoft.com/office/drawing/2014/main" id="{EA1BAA0B-7F1A-6190-B008-F94C826F47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0">
              <a:extLst>
                <a:ext uri="{FF2B5EF4-FFF2-40B4-BE49-F238E27FC236}">
                  <a16:creationId xmlns:a16="http://schemas.microsoft.com/office/drawing/2014/main" id="{693AD25E-9A8B-008B-70C6-D46ADB0EFE7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1">
              <a:extLst>
                <a:ext uri="{FF2B5EF4-FFF2-40B4-BE49-F238E27FC236}">
                  <a16:creationId xmlns:a16="http://schemas.microsoft.com/office/drawing/2014/main" id="{BE7792A7-CECD-A686-5EF4-DBD85A9145B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2">
              <a:extLst>
                <a:ext uri="{FF2B5EF4-FFF2-40B4-BE49-F238E27FC236}">
                  <a16:creationId xmlns:a16="http://schemas.microsoft.com/office/drawing/2014/main" id="{FB80E61A-EAFC-71CD-EC77-BF61473377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3">
              <a:extLst>
                <a:ext uri="{FF2B5EF4-FFF2-40B4-BE49-F238E27FC236}">
                  <a16:creationId xmlns:a16="http://schemas.microsoft.com/office/drawing/2014/main" id="{F2D542B0-4D4B-5D43-945B-6287AA510C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4">
              <a:extLst>
                <a:ext uri="{FF2B5EF4-FFF2-40B4-BE49-F238E27FC236}">
                  <a16:creationId xmlns:a16="http://schemas.microsoft.com/office/drawing/2014/main" id="{06A4DBAE-9712-00F2-7DED-2A61E1D61D2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5">
              <a:extLst>
                <a:ext uri="{FF2B5EF4-FFF2-40B4-BE49-F238E27FC236}">
                  <a16:creationId xmlns:a16="http://schemas.microsoft.com/office/drawing/2014/main" id="{962623CD-96D2-E861-A1D2-0CB6D26EC5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6">
              <a:extLst>
                <a:ext uri="{FF2B5EF4-FFF2-40B4-BE49-F238E27FC236}">
                  <a16:creationId xmlns:a16="http://schemas.microsoft.com/office/drawing/2014/main" id="{C28E62B1-D095-52C1-2E3B-5067754005E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7">
              <a:extLst>
                <a:ext uri="{FF2B5EF4-FFF2-40B4-BE49-F238E27FC236}">
                  <a16:creationId xmlns:a16="http://schemas.microsoft.com/office/drawing/2014/main" id="{5F373E47-65B6-E0E1-2845-D7DBBA4BB6A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8">
              <a:extLst>
                <a:ext uri="{FF2B5EF4-FFF2-40B4-BE49-F238E27FC236}">
                  <a16:creationId xmlns:a16="http://schemas.microsoft.com/office/drawing/2014/main" id="{F163D384-4DB0-0B2B-C507-A92237971FE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239">
              <a:extLst>
                <a:ext uri="{FF2B5EF4-FFF2-40B4-BE49-F238E27FC236}">
                  <a16:creationId xmlns:a16="http://schemas.microsoft.com/office/drawing/2014/main" id="{07A48931-1476-8BC0-A9B2-EF62A3B1AA8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0">
              <a:extLst>
                <a:ext uri="{FF2B5EF4-FFF2-40B4-BE49-F238E27FC236}">
                  <a16:creationId xmlns:a16="http://schemas.microsoft.com/office/drawing/2014/main" id="{09D682EE-A888-EF27-E573-CAA9A1A010E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1">
              <a:extLst>
                <a:ext uri="{FF2B5EF4-FFF2-40B4-BE49-F238E27FC236}">
                  <a16:creationId xmlns:a16="http://schemas.microsoft.com/office/drawing/2014/main" id="{07450190-021E-EE62-88DC-B2E2AAF4FA3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2">
              <a:extLst>
                <a:ext uri="{FF2B5EF4-FFF2-40B4-BE49-F238E27FC236}">
                  <a16:creationId xmlns:a16="http://schemas.microsoft.com/office/drawing/2014/main" id="{51CA092E-3A95-DA45-0918-87CE23ACC7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50516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k Conte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660398"/>
            <a:ext cx="11615780" cy="6874936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This is a 1-column bulk content slide without a title. 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4" name="Picture 13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CB04DFE-8929-D638-0D95-02E3AE81BE51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0" name="Freeform 221">
              <a:extLst>
                <a:ext uri="{FF2B5EF4-FFF2-40B4-BE49-F238E27FC236}">
                  <a16:creationId xmlns:a16="http://schemas.microsoft.com/office/drawing/2014/main" id="{3A4FA296-9514-258F-F2BC-4C59E4CB0D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22">
              <a:extLst>
                <a:ext uri="{FF2B5EF4-FFF2-40B4-BE49-F238E27FC236}">
                  <a16:creationId xmlns:a16="http://schemas.microsoft.com/office/drawing/2014/main" id="{37136214-DA11-3FBC-68F7-1015594849D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Rectangle 223">
              <a:extLst>
                <a:ext uri="{FF2B5EF4-FFF2-40B4-BE49-F238E27FC236}">
                  <a16:creationId xmlns:a16="http://schemas.microsoft.com/office/drawing/2014/main" id="{38607999-9532-C914-DF5F-FDCD8AEECFB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4">
              <a:extLst>
                <a:ext uri="{FF2B5EF4-FFF2-40B4-BE49-F238E27FC236}">
                  <a16:creationId xmlns:a16="http://schemas.microsoft.com/office/drawing/2014/main" id="{AAB9A795-656F-9298-7821-2CC908DE125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5">
              <a:extLst>
                <a:ext uri="{FF2B5EF4-FFF2-40B4-BE49-F238E27FC236}">
                  <a16:creationId xmlns:a16="http://schemas.microsoft.com/office/drawing/2014/main" id="{39F81837-AB06-6244-F76E-ACB46CD646F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6">
              <a:extLst>
                <a:ext uri="{FF2B5EF4-FFF2-40B4-BE49-F238E27FC236}">
                  <a16:creationId xmlns:a16="http://schemas.microsoft.com/office/drawing/2014/main" id="{7E96E00B-6A8F-98BA-7B20-4B12AE29AF9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7">
              <a:extLst>
                <a:ext uri="{FF2B5EF4-FFF2-40B4-BE49-F238E27FC236}">
                  <a16:creationId xmlns:a16="http://schemas.microsoft.com/office/drawing/2014/main" id="{1E3B7139-4A37-0DCD-B2D0-3F0C4A6ECC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8">
              <a:extLst>
                <a:ext uri="{FF2B5EF4-FFF2-40B4-BE49-F238E27FC236}">
                  <a16:creationId xmlns:a16="http://schemas.microsoft.com/office/drawing/2014/main" id="{8367AB6A-F850-6D18-0769-114E008FDC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9">
              <a:extLst>
                <a:ext uri="{FF2B5EF4-FFF2-40B4-BE49-F238E27FC236}">
                  <a16:creationId xmlns:a16="http://schemas.microsoft.com/office/drawing/2014/main" id="{59949D3C-1CEB-A911-F424-5E1826AD842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30">
              <a:extLst>
                <a:ext uri="{FF2B5EF4-FFF2-40B4-BE49-F238E27FC236}">
                  <a16:creationId xmlns:a16="http://schemas.microsoft.com/office/drawing/2014/main" id="{A817BEB0-6AC4-B869-31D7-568326EFE4A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1">
              <a:extLst>
                <a:ext uri="{FF2B5EF4-FFF2-40B4-BE49-F238E27FC236}">
                  <a16:creationId xmlns:a16="http://schemas.microsoft.com/office/drawing/2014/main" id="{0DE80256-0E95-5B91-9D5B-2FF33D3E88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2">
              <a:extLst>
                <a:ext uri="{FF2B5EF4-FFF2-40B4-BE49-F238E27FC236}">
                  <a16:creationId xmlns:a16="http://schemas.microsoft.com/office/drawing/2014/main" id="{F987894B-FBD2-07E4-8914-7301F14348C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3">
              <a:extLst>
                <a:ext uri="{FF2B5EF4-FFF2-40B4-BE49-F238E27FC236}">
                  <a16:creationId xmlns:a16="http://schemas.microsoft.com/office/drawing/2014/main" id="{30ABAFB3-3530-9235-6802-D22601A3BC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4">
              <a:extLst>
                <a:ext uri="{FF2B5EF4-FFF2-40B4-BE49-F238E27FC236}">
                  <a16:creationId xmlns:a16="http://schemas.microsoft.com/office/drawing/2014/main" id="{96FDF361-897E-A1B1-99D3-73EA29E8B94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5">
              <a:extLst>
                <a:ext uri="{FF2B5EF4-FFF2-40B4-BE49-F238E27FC236}">
                  <a16:creationId xmlns:a16="http://schemas.microsoft.com/office/drawing/2014/main" id="{A138297E-A344-DF7E-B2DE-B986D17D9C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6">
              <a:extLst>
                <a:ext uri="{FF2B5EF4-FFF2-40B4-BE49-F238E27FC236}">
                  <a16:creationId xmlns:a16="http://schemas.microsoft.com/office/drawing/2014/main" id="{D33CA6C1-8FFF-B2E7-D439-00AD1DD7A60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7">
              <a:extLst>
                <a:ext uri="{FF2B5EF4-FFF2-40B4-BE49-F238E27FC236}">
                  <a16:creationId xmlns:a16="http://schemas.microsoft.com/office/drawing/2014/main" id="{FA3C1105-E9AD-B34D-3B61-AB757FEDA9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8">
              <a:extLst>
                <a:ext uri="{FF2B5EF4-FFF2-40B4-BE49-F238E27FC236}">
                  <a16:creationId xmlns:a16="http://schemas.microsoft.com/office/drawing/2014/main" id="{9A0B78B9-9042-3A37-8CE5-76B7DD84A7E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Rectangle 239">
              <a:extLst>
                <a:ext uri="{FF2B5EF4-FFF2-40B4-BE49-F238E27FC236}">
                  <a16:creationId xmlns:a16="http://schemas.microsoft.com/office/drawing/2014/main" id="{DBF629E1-BD5E-FF6E-9ED9-8505FA4ECAA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40">
              <a:extLst>
                <a:ext uri="{FF2B5EF4-FFF2-40B4-BE49-F238E27FC236}">
                  <a16:creationId xmlns:a16="http://schemas.microsoft.com/office/drawing/2014/main" id="{F2975382-5AE2-A027-F9CF-9569D435C9F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1">
              <a:extLst>
                <a:ext uri="{FF2B5EF4-FFF2-40B4-BE49-F238E27FC236}">
                  <a16:creationId xmlns:a16="http://schemas.microsoft.com/office/drawing/2014/main" id="{ADCD6154-070E-622A-AEF3-2319DE455F1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2">
              <a:extLst>
                <a:ext uri="{FF2B5EF4-FFF2-40B4-BE49-F238E27FC236}">
                  <a16:creationId xmlns:a16="http://schemas.microsoft.com/office/drawing/2014/main" id="{2CBD6589-8658-AB0B-C66C-C94316C9A3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773197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2-column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7162458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297169" y="3115732"/>
            <a:ext cx="7147539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2" y="2405062"/>
            <a:ext cx="7162457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8297168" y="2405062"/>
            <a:ext cx="7147539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17" name="Picture 16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9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F3C7BAF-6DDF-9CAB-A464-28C4B9979681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" name="Freeform 221">
              <a:extLst>
                <a:ext uri="{FF2B5EF4-FFF2-40B4-BE49-F238E27FC236}">
                  <a16:creationId xmlns:a16="http://schemas.microsoft.com/office/drawing/2014/main" id="{901090C4-60AD-06A9-2D3C-48EA426412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Freeform 222">
              <a:extLst>
                <a:ext uri="{FF2B5EF4-FFF2-40B4-BE49-F238E27FC236}">
                  <a16:creationId xmlns:a16="http://schemas.microsoft.com/office/drawing/2014/main" id="{76C99336-B557-00D7-58ED-1048BC1C9CF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Rectangle 223">
              <a:extLst>
                <a:ext uri="{FF2B5EF4-FFF2-40B4-BE49-F238E27FC236}">
                  <a16:creationId xmlns:a16="http://schemas.microsoft.com/office/drawing/2014/main" id="{F07C9EBA-D38D-2C10-0B18-E7A9251603D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24">
              <a:extLst>
                <a:ext uri="{FF2B5EF4-FFF2-40B4-BE49-F238E27FC236}">
                  <a16:creationId xmlns:a16="http://schemas.microsoft.com/office/drawing/2014/main" id="{4E65CD6D-B27C-5F05-E882-E1FE4846820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225">
              <a:extLst>
                <a:ext uri="{FF2B5EF4-FFF2-40B4-BE49-F238E27FC236}">
                  <a16:creationId xmlns:a16="http://schemas.microsoft.com/office/drawing/2014/main" id="{7D549354-302F-DF7F-99C8-5C74E22D4D1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6">
              <a:extLst>
                <a:ext uri="{FF2B5EF4-FFF2-40B4-BE49-F238E27FC236}">
                  <a16:creationId xmlns:a16="http://schemas.microsoft.com/office/drawing/2014/main" id="{48920206-2C84-8393-68E5-73E7BB29EA5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27">
              <a:extLst>
                <a:ext uri="{FF2B5EF4-FFF2-40B4-BE49-F238E27FC236}">
                  <a16:creationId xmlns:a16="http://schemas.microsoft.com/office/drawing/2014/main" id="{BED0E360-D86C-FFDC-E1C7-925FE94311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228">
              <a:extLst>
                <a:ext uri="{FF2B5EF4-FFF2-40B4-BE49-F238E27FC236}">
                  <a16:creationId xmlns:a16="http://schemas.microsoft.com/office/drawing/2014/main" id="{E1C22727-2DC0-AAC0-46BC-45F22A4C32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9">
              <a:extLst>
                <a:ext uri="{FF2B5EF4-FFF2-40B4-BE49-F238E27FC236}">
                  <a16:creationId xmlns:a16="http://schemas.microsoft.com/office/drawing/2014/main" id="{6D24BADF-C805-8074-004F-12DDDC5BFF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0">
              <a:extLst>
                <a:ext uri="{FF2B5EF4-FFF2-40B4-BE49-F238E27FC236}">
                  <a16:creationId xmlns:a16="http://schemas.microsoft.com/office/drawing/2014/main" id="{DBA94478-924A-23D5-EF8D-D4A19B4E108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1">
              <a:extLst>
                <a:ext uri="{FF2B5EF4-FFF2-40B4-BE49-F238E27FC236}">
                  <a16:creationId xmlns:a16="http://schemas.microsoft.com/office/drawing/2014/main" id="{1086DE54-143C-81C5-6BD0-2DF0D0B49A8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2">
              <a:extLst>
                <a:ext uri="{FF2B5EF4-FFF2-40B4-BE49-F238E27FC236}">
                  <a16:creationId xmlns:a16="http://schemas.microsoft.com/office/drawing/2014/main" id="{6FDECD30-6A1E-0E05-340A-B671142AC4D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3">
              <a:extLst>
                <a:ext uri="{FF2B5EF4-FFF2-40B4-BE49-F238E27FC236}">
                  <a16:creationId xmlns:a16="http://schemas.microsoft.com/office/drawing/2014/main" id="{63654853-E4AE-1DDE-DE26-83D8D091FCC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4">
              <a:extLst>
                <a:ext uri="{FF2B5EF4-FFF2-40B4-BE49-F238E27FC236}">
                  <a16:creationId xmlns:a16="http://schemas.microsoft.com/office/drawing/2014/main" id="{71A384E8-2134-3EA0-3728-F11AC659F33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5">
              <a:extLst>
                <a:ext uri="{FF2B5EF4-FFF2-40B4-BE49-F238E27FC236}">
                  <a16:creationId xmlns:a16="http://schemas.microsoft.com/office/drawing/2014/main" id="{568FF805-52F4-EABD-58F7-B3F7BAEAD05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36">
              <a:extLst>
                <a:ext uri="{FF2B5EF4-FFF2-40B4-BE49-F238E27FC236}">
                  <a16:creationId xmlns:a16="http://schemas.microsoft.com/office/drawing/2014/main" id="{F7834E24-CBAF-AAD6-8C2F-C94F62FAE9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37">
              <a:extLst>
                <a:ext uri="{FF2B5EF4-FFF2-40B4-BE49-F238E27FC236}">
                  <a16:creationId xmlns:a16="http://schemas.microsoft.com/office/drawing/2014/main" id="{6541A213-1418-BB20-9146-EABE83FC312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38">
              <a:extLst>
                <a:ext uri="{FF2B5EF4-FFF2-40B4-BE49-F238E27FC236}">
                  <a16:creationId xmlns:a16="http://schemas.microsoft.com/office/drawing/2014/main" id="{8E34CBCA-EEF1-6F07-76AD-0DF1EE31D8C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Rectangle 239">
              <a:extLst>
                <a:ext uri="{FF2B5EF4-FFF2-40B4-BE49-F238E27FC236}">
                  <a16:creationId xmlns:a16="http://schemas.microsoft.com/office/drawing/2014/main" id="{FF258364-91AE-620F-3FFA-934C29FE330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40">
              <a:extLst>
                <a:ext uri="{FF2B5EF4-FFF2-40B4-BE49-F238E27FC236}">
                  <a16:creationId xmlns:a16="http://schemas.microsoft.com/office/drawing/2014/main" id="{54407E80-0869-D26F-F133-F6F4AB6D74C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41">
              <a:extLst>
                <a:ext uri="{FF2B5EF4-FFF2-40B4-BE49-F238E27FC236}">
                  <a16:creationId xmlns:a16="http://schemas.microsoft.com/office/drawing/2014/main" id="{EEBEA88D-2C89-76B0-B3D2-3C249A8E7E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42">
              <a:extLst>
                <a:ext uri="{FF2B5EF4-FFF2-40B4-BE49-F238E27FC236}">
                  <a16:creationId xmlns:a16="http://schemas.microsoft.com/office/drawing/2014/main" id="{A852FD21-46B0-F37F-ACB1-DE8974C9F91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277413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0786183" y="3115732"/>
            <a:ext cx="4658525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2" y="2405062"/>
            <a:ext cx="4658525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807947" y="3115732"/>
            <a:ext cx="4643998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6" y="2405062"/>
            <a:ext cx="4643998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19" name="Picture 18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21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05F53CE-3480-8544-C1FD-C7D540AD3392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5" name="Freeform 221">
              <a:extLst>
                <a:ext uri="{FF2B5EF4-FFF2-40B4-BE49-F238E27FC236}">
                  <a16:creationId xmlns:a16="http://schemas.microsoft.com/office/drawing/2014/main" id="{0D39B0FB-E0A3-965E-6203-35F77318AFA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2">
              <a:extLst>
                <a:ext uri="{FF2B5EF4-FFF2-40B4-BE49-F238E27FC236}">
                  <a16:creationId xmlns:a16="http://schemas.microsoft.com/office/drawing/2014/main" id="{E2714A64-A9FA-1195-4AD6-B8988AE3A1C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223">
              <a:extLst>
                <a:ext uri="{FF2B5EF4-FFF2-40B4-BE49-F238E27FC236}">
                  <a16:creationId xmlns:a16="http://schemas.microsoft.com/office/drawing/2014/main" id="{B522013B-1BE5-2BCC-82BE-F8FF2AD7632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4">
              <a:extLst>
                <a:ext uri="{FF2B5EF4-FFF2-40B4-BE49-F238E27FC236}">
                  <a16:creationId xmlns:a16="http://schemas.microsoft.com/office/drawing/2014/main" id="{19B75E2C-DDBB-85C3-5D78-4B10632D32C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5">
              <a:extLst>
                <a:ext uri="{FF2B5EF4-FFF2-40B4-BE49-F238E27FC236}">
                  <a16:creationId xmlns:a16="http://schemas.microsoft.com/office/drawing/2014/main" id="{E2F46D90-CA11-ECC3-CF35-DB93D799DBA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6">
              <a:extLst>
                <a:ext uri="{FF2B5EF4-FFF2-40B4-BE49-F238E27FC236}">
                  <a16:creationId xmlns:a16="http://schemas.microsoft.com/office/drawing/2014/main" id="{37328757-94B0-F5F8-CE9A-BB418AC50DF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7">
              <a:extLst>
                <a:ext uri="{FF2B5EF4-FFF2-40B4-BE49-F238E27FC236}">
                  <a16:creationId xmlns:a16="http://schemas.microsoft.com/office/drawing/2014/main" id="{4E195876-E16C-83E6-60D1-82192A86F1F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8">
              <a:extLst>
                <a:ext uri="{FF2B5EF4-FFF2-40B4-BE49-F238E27FC236}">
                  <a16:creationId xmlns:a16="http://schemas.microsoft.com/office/drawing/2014/main" id="{20038B2D-C75C-8EB6-FAEE-7EFCB2E32F9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9">
              <a:extLst>
                <a:ext uri="{FF2B5EF4-FFF2-40B4-BE49-F238E27FC236}">
                  <a16:creationId xmlns:a16="http://schemas.microsoft.com/office/drawing/2014/main" id="{FA63F4F6-BABD-2F9F-1F21-BB55E54D91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0">
              <a:extLst>
                <a:ext uri="{FF2B5EF4-FFF2-40B4-BE49-F238E27FC236}">
                  <a16:creationId xmlns:a16="http://schemas.microsoft.com/office/drawing/2014/main" id="{1A344968-F872-4558-2074-C2576BABC77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1">
              <a:extLst>
                <a:ext uri="{FF2B5EF4-FFF2-40B4-BE49-F238E27FC236}">
                  <a16:creationId xmlns:a16="http://schemas.microsoft.com/office/drawing/2014/main" id="{6D25FA3C-8848-F14C-0474-6ECB01EAE8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2">
              <a:extLst>
                <a:ext uri="{FF2B5EF4-FFF2-40B4-BE49-F238E27FC236}">
                  <a16:creationId xmlns:a16="http://schemas.microsoft.com/office/drawing/2014/main" id="{DCDDC479-8328-2AB1-171C-05EC0DA5667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3">
              <a:extLst>
                <a:ext uri="{FF2B5EF4-FFF2-40B4-BE49-F238E27FC236}">
                  <a16:creationId xmlns:a16="http://schemas.microsoft.com/office/drawing/2014/main" id="{AE3330CC-ABB6-8CF2-DA8A-E9758627C6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4">
              <a:extLst>
                <a:ext uri="{FF2B5EF4-FFF2-40B4-BE49-F238E27FC236}">
                  <a16:creationId xmlns:a16="http://schemas.microsoft.com/office/drawing/2014/main" id="{E8616BB9-4A18-4B3F-E83F-3F007B75C2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5">
              <a:extLst>
                <a:ext uri="{FF2B5EF4-FFF2-40B4-BE49-F238E27FC236}">
                  <a16:creationId xmlns:a16="http://schemas.microsoft.com/office/drawing/2014/main" id="{6C802CFD-0EA9-4597-32AE-4A96DEDB46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6">
              <a:extLst>
                <a:ext uri="{FF2B5EF4-FFF2-40B4-BE49-F238E27FC236}">
                  <a16:creationId xmlns:a16="http://schemas.microsoft.com/office/drawing/2014/main" id="{6D5FD501-B537-35F0-25B1-1BE3C618957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7">
              <a:extLst>
                <a:ext uri="{FF2B5EF4-FFF2-40B4-BE49-F238E27FC236}">
                  <a16:creationId xmlns:a16="http://schemas.microsoft.com/office/drawing/2014/main" id="{5FAD1B92-E97D-068D-77B8-2E1A14C21F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8">
              <a:extLst>
                <a:ext uri="{FF2B5EF4-FFF2-40B4-BE49-F238E27FC236}">
                  <a16:creationId xmlns:a16="http://schemas.microsoft.com/office/drawing/2014/main" id="{C9BD45AD-6D96-6E3B-48C1-56BFF0F42A2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Rectangle 239">
              <a:extLst>
                <a:ext uri="{FF2B5EF4-FFF2-40B4-BE49-F238E27FC236}">
                  <a16:creationId xmlns:a16="http://schemas.microsoft.com/office/drawing/2014/main" id="{838B61EB-E23A-39CB-73DD-9DA4C38F166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0">
              <a:extLst>
                <a:ext uri="{FF2B5EF4-FFF2-40B4-BE49-F238E27FC236}">
                  <a16:creationId xmlns:a16="http://schemas.microsoft.com/office/drawing/2014/main" id="{DF41F38C-AD4D-7DCF-B947-DCF21A0814D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41">
              <a:extLst>
                <a:ext uri="{FF2B5EF4-FFF2-40B4-BE49-F238E27FC236}">
                  <a16:creationId xmlns:a16="http://schemas.microsoft.com/office/drawing/2014/main" id="{9B9B5788-F0E7-0348-BADD-ECE82C5694A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42">
              <a:extLst>
                <a:ext uri="{FF2B5EF4-FFF2-40B4-BE49-F238E27FC236}">
                  <a16:creationId xmlns:a16="http://schemas.microsoft.com/office/drawing/2014/main" id="{31A65E97-D27F-09BB-2B4B-B097ECC4B8F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831276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30" hasCustomPrompt="1"/>
          </p:nvPr>
        </p:nvSpPr>
        <p:spPr>
          <a:xfrm>
            <a:off x="812882" y="5858405"/>
            <a:ext cx="4673339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31" hasCustomPrompt="1"/>
          </p:nvPr>
        </p:nvSpPr>
        <p:spPr>
          <a:xfrm>
            <a:off x="10786183" y="5858405"/>
            <a:ext cx="4658525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29" name="Text Placeholder 6"/>
          <p:cNvSpPr>
            <a:spLocks noGrp="1"/>
          </p:cNvSpPr>
          <p:nvPr>
            <p:ph type="body" sz="quarter" idx="32" hasCustomPrompt="1"/>
          </p:nvPr>
        </p:nvSpPr>
        <p:spPr>
          <a:xfrm>
            <a:off x="812883" y="5147735"/>
            <a:ext cx="4673338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30" name="Text Placeholder 6"/>
          <p:cNvSpPr>
            <a:spLocks noGrp="1"/>
          </p:cNvSpPr>
          <p:nvPr>
            <p:ph type="body" sz="quarter" idx="33" hasCustomPrompt="1"/>
          </p:nvPr>
        </p:nvSpPr>
        <p:spPr>
          <a:xfrm>
            <a:off x="10786182" y="5147735"/>
            <a:ext cx="4658525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34" hasCustomPrompt="1"/>
          </p:nvPr>
        </p:nvSpPr>
        <p:spPr>
          <a:xfrm>
            <a:off x="5807947" y="5858405"/>
            <a:ext cx="4643998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32" name="Text Placeholder 6"/>
          <p:cNvSpPr>
            <a:spLocks noGrp="1"/>
          </p:cNvSpPr>
          <p:nvPr>
            <p:ph type="body" sz="quarter" idx="35" hasCustomPrompt="1"/>
          </p:nvPr>
        </p:nvSpPr>
        <p:spPr>
          <a:xfrm>
            <a:off x="5807946" y="5147735"/>
            <a:ext cx="4643998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6-point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0786183" y="3115732"/>
            <a:ext cx="4658525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2" y="2405062"/>
            <a:ext cx="4658525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807947" y="3115732"/>
            <a:ext cx="4643998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6" y="2405062"/>
            <a:ext cx="4643998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33" name="Picture 3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3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26FB52F-C17F-97C2-916B-642167784868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1" name="Freeform 221">
              <a:extLst>
                <a:ext uri="{FF2B5EF4-FFF2-40B4-BE49-F238E27FC236}">
                  <a16:creationId xmlns:a16="http://schemas.microsoft.com/office/drawing/2014/main" id="{62A5D899-493E-8494-81F7-4737831F54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2">
              <a:extLst>
                <a:ext uri="{FF2B5EF4-FFF2-40B4-BE49-F238E27FC236}">
                  <a16:creationId xmlns:a16="http://schemas.microsoft.com/office/drawing/2014/main" id="{5C0AF2F5-CC43-F8BE-EE4E-EC610510E77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Rectangle 223">
              <a:extLst>
                <a:ext uri="{FF2B5EF4-FFF2-40B4-BE49-F238E27FC236}">
                  <a16:creationId xmlns:a16="http://schemas.microsoft.com/office/drawing/2014/main" id="{C21D7F24-E2DE-EB10-0294-627F3E9FC5D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24">
              <a:extLst>
                <a:ext uri="{FF2B5EF4-FFF2-40B4-BE49-F238E27FC236}">
                  <a16:creationId xmlns:a16="http://schemas.microsoft.com/office/drawing/2014/main" id="{5031CB2D-2F97-14AF-81D4-CD52FA51897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25">
              <a:extLst>
                <a:ext uri="{FF2B5EF4-FFF2-40B4-BE49-F238E27FC236}">
                  <a16:creationId xmlns:a16="http://schemas.microsoft.com/office/drawing/2014/main" id="{B7ECF8A1-4ED7-7603-802F-49E47CCBE30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26">
              <a:extLst>
                <a:ext uri="{FF2B5EF4-FFF2-40B4-BE49-F238E27FC236}">
                  <a16:creationId xmlns:a16="http://schemas.microsoft.com/office/drawing/2014/main" id="{4E414246-547C-4F2B-770E-7F7C4A2DA6A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27">
              <a:extLst>
                <a:ext uri="{FF2B5EF4-FFF2-40B4-BE49-F238E27FC236}">
                  <a16:creationId xmlns:a16="http://schemas.microsoft.com/office/drawing/2014/main" id="{AB9F9363-1B15-D4B0-F5F2-95E9BCA30D3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28">
              <a:extLst>
                <a:ext uri="{FF2B5EF4-FFF2-40B4-BE49-F238E27FC236}">
                  <a16:creationId xmlns:a16="http://schemas.microsoft.com/office/drawing/2014/main" id="{172DF6FF-7A44-B6A4-6196-9D36589A397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29">
              <a:extLst>
                <a:ext uri="{FF2B5EF4-FFF2-40B4-BE49-F238E27FC236}">
                  <a16:creationId xmlns:a16="http://schemas.microsoft.com/office/drawing/2014/main" id="{A06AD887-9B3C-6C2A-E7C7-52B22AE053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0">
              <a:extLst>
                <a:ext uri="{FF2B5EF4-FFF2-40B4-BE49-F238E27FC236}">
                  <a16:creationId xmlns:a16="http://schemas.microsoft.com/office/drawing/2014/main" id="{D05B6D8A-A40D-BE5C-393A-EE32B2FF578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1">
              <a:extLst>
                <a:ext uri="{FF2B5EF4-FFF2-40B4-BE49-F238E27FC236}">
                  <a16:creationId xmlns:a16="http://schemas.microsoft.com/office/drawing/2014/main" id="{BF2439F4-82C0-CFC1-6AB4-B9A8371B724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2">
              <a:extLst>
                <a:ext uri="{FF2B5EF4-FFF2-40B4-BE49-F238E27FC236}">
                  <a16:creationId xmlns:a16="http://schemas.microsoft.com/office/drawing/2014/main" id="{B37C9B2A-5FD5-020F-ECD5-3E0629D86C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33">
              <a:extLst>
                <a:ext uri="{FF2B5EF4-FFF2-40B4-BE49-F238E27FC236}">
                  <a16:creationId xmlns:a16="http://schemas.microsoft.com/office/drawing/2014/main" id="{20482E8F-4A6D-DB2A-4816-ED9EA0CA74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34">
              <a:extLst>
                <a:ext uri="{FF2B5EF4-FFF2-40B4-BE49-F238E27FC236}">
                  <a16:creationId xmlns:a16="http://schemas.microsoft.com/office/drawing/2014/main" id="{FD0A4372-83D0-518D-7BDF-E4327763E08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35">
              <a:extLst>
                <a:ext uri="{FF2B5EF4-FFF2-40B4-BE49-F238E27FC236}">
                  <a16:creationId xmlns:a16="http://schemas.microsoft.com/office/drawing/2014/main" id="{C0AEA368-C2DB-769F-264C-A52758A793F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36">
              <a:extLst>
                <a:ext uri="{FF2B5EF4-FFF2-40B4-BE49-F238E27FC236}">
                  <a16:creationId xmlns:a16="http://schemas.microsoft.com/office/drawing/2014/main" id="{FC4FD1A4-F29A-E4D0-3EB3-66E9603C23F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37">
              <a:extLst>
                <a:ext uri="{FF2B5EF4-FFF2-40B4-BE49-F238E27FC236}">
                  <a16:creationId xmlns:a16="http://schemas.microsoft.com/office/drawing/2014/main" id="{44F77C51-CEC1-43CA-E12B-D4553951E2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38">
              <a:extLst>
                <a:ext uri="{FF2B5EF4-FFF2-40B4-BE49-F238E27FC236}">
                  <a16:creationId xmlns:a16="http://schemas.microsoft.com/office/drawing/2014/main" id="{7D6E9F29-5C00-F551-BC78-64F5131C990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Rectangle 239">
              <a:extLst>
                <a:ext uri="{FF2B5EF4-FFF2-40B4-BE49-F238E27FC236}">
                  <a16:creationId xmlns:a16="http://schemas.microsoft.com/office/drawing/2014/main" id="{94C27CA7-F62A-52BC-57CA-E495C92E3AF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240">
              <a:extLst>
                <a:ext uri="{FF2B5EF4-FFF2-40B4-BE49-F238E27FC236}">
                  <a16:creationId xmlns:a16="http://schemas.microsoft.com/office/drawing/2014/main" id="{856BCFCD-7098-FCE4-ED4F-CB92E6B92D8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241">
              <a:extLst>
                <a:ext uri="{FF2B5EF4-FFF2-40B4-BE49-F238E27FC236}">
                  <a16:creationId xmlns:a16="http://schemas.microsoft.com/office/drawing/2014/main" id="{A58F1ADD-B555-B0F7-8FAC-98C965E8FA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242">
              <a:extLst>
                <a:ext uri="{FF2B5EF4-FFF2-40B4-BE49-F238E27FC236}">
                  <a16:creationId xmlns:a16="http://schemas.microsoft.com/office/drawing/2014/main" id="{F2724822-1D00-257D-4902-9959DB3530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93717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Lar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3860800"/>
            <a:ext cx="4673339" cy="36791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3860800"/>
            <a:ext cx="4644000" cy="36791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3860800"/>
            <a:ext cx="4673448" cy="3679138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the figure above.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812881" y="2475441"/>
            <a:ext cx="4673340" cy="1226329"/>
          </a:xfr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5807945" y="2475441"/>
            <a:ext cx="4643999" cy="1226329"/>
          </a:xfr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3" y="2475441"/>
            <a:ext cx="4673448" cy="1226329"/>
          </a:xfr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key numbers slide for short numbers.</a:t>
            </a:r>
            <a:endParaRPr lang="en-US" dirty="0"/>
          </a:p>
        </p:txBody>
      </p:sp>
      <p:pic>
        <p:nvPicPr>
          <p:cNvPr id="33" name="Picture 3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35" name="Slide Number Placeholder 8"/>
          <p:cNvSpPr>
            <a:spLocks noGrp="1"/>
          </p:cNvSpPr>
          <p:nvPr>
            <p:ph type="sldNum" sz="quarter" idx="24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4B11035-ED97-8DF6-E7AA-82D069945487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4" name="Freeform 221">
              <a:extLst>
                <a:ext uri="{FF2B5EF4-FFF2-40B4-BE49-F238E27FC236}">
                  <a16:creationId xmlns:a16="http://schemas.microsoft.com/office/drawing/2014/main" id="{959C0540-F35F-DA8D-C98B-8D4A857FF0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2">
              <a:extLst>
                <a:ext uri="{FF2B5EF4-FFF2-40B4-BE49-F238E27FC236}">
                  <a16:creationId xmlns:a16="http://schemas.microsoft.com/office/drawing/2014/main" id="{AB5B9587-B6C8-B493-A44F-383F625941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223">
              <a:extLst>
                <a:ext uri="{FF2B5EF4-FFF2-40B4-BE49-F238E27FC236}">
                  <a16:creationId xmlns:a16="http://schemas.microsoft.com/office/drawing/2014/main" id="{5C10D031-075F-5DFF-3E8A-05C3C1DBF48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4">
              <a:extLst>
                <a:ext uri="{FF2B5EF4-FFF2-40B4-BE49-F238E27FC236}">
                  <a16:creationId xmlns:a16="http://schemas.microsoft.com/office/drawing/2014/main" id="{F598E8E5-3886-7FE2-BFDA-5281A8A4745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5">
              <a:extLst>
                <a:ext uri="{FF2B5EF4-FFF2-40B4-BE49-F238E27FC236}">
                  <a16:creationId xmlns:a16="http://schemas.microsoft.com/office/drawing/2014/main" id="{CE23E308-0A57-BFD7-1F8B-9BE41958001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6">
              <a:extLst>
                <a:ext uri="{FF2B5EF4-FFF2-40B4-BE49-F238E27FC236}">
                  <a16:creationId xmlns:a16="http://schemas.microsoft.com/office/drawing/2014/main" id="{61933BCF-A72B-9365-7037-4A27F65382D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7">
              <a:extLst>
                <a:ext uri="{FF2B5EF4-FFF2-40B4-BE49-F238E27FC236}">
                  <a16:creationId xmlns:a16="http://schemas.microsoft.com/office/drawing/2014/main" id="{8D59E926-40D9-EE53-FC04-30B8B31242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8">
              <a:extLst>
                <a:ext uri="{FF2B5EF4-FFF2-40B4-BE49-F238E27FC236}">
                  <a16:creationId xmlns:a16="http://schemas.microsoft.com/office/drawing/2014/main" id="{D8D44742-BDD7-DBF6-34AB-AB237770F02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9">
              <a:extLst>
                <a:ext uri="{FF2B5EF4-FFF2-40B4-BE49-F238E27FC236}">
                  <a16:creationId xmlns:a16="http://schemas.microsoft.com/office/drawing/2014/main" id="{74B7E369-A680-BE9E-2676-DCB39095A44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0">
              <a:extLst>
                <a:ext uri="{FF2B5EF4-FFF2-40B4-BE49-F238E27FC236}">
                  <a16:creationId xmlns:a16="http://schemas.microsoft.com/office/drawing/2014/main" id="{794AF355-E14A-9A5A-C956-470C3D66E6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1">
              <a:extLst>
                <a:ext uri="{FF2B5EF4-FFF2-40B4-BE49-F238E27FC236}">
                  <a16:creationId xmlns:a16="http://schemas.microsoft.com/office/drawing/2014/main" id="{13B773D6-29B0-0D97-13B9-C50693FF32B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2">
              <a:extLst>
                <a:ext uri="{FF2B5EF4-FFF2-40B4-BE49-F238E27FC236}">
                  <a16:creationId xmlns:a16="http://schemas.microsoft.com/office/drawing/2014/main" id="{81A39885-3079-AE7E-0A10-49238CE587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3">
              <a:extLst>
                <a:ext uri="{FF2B5EF4-FFF2-40B4-BE49-F238E27FC236}">
                  <a16:creationId xmlns:a16="http://schemas.microsoft.com/office/drawing/2014/main" id="{6BBEEEA3-9C92-6801-E8FF-91A92E32A1E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4">
              <a:extLst>
                <a:ext uri="{FF2B5EF4-FFF2-40B4-BE49-F238E27FC236}">
                  <a16:creationId xmlns:a16="http://schemas.microsoft.com/office/drawing/2014/main" id="{32E7A469-19EE-9BC6-7B43-6DFE2466FC1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5">
              <a:extLst>
                <a:ext uri="{FF2B5EF4-FFF2-40B4-BE49-F238E27FC236}">
                  <a16:creationId xmlns:a16="http://schemas.microsoft.com/office/drawing/2014/main" id="{A3275B03-1271-5105-1AF5-173BDA7AFF7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6">
              <a:extLst>
                <a:ext uri="{FF2B5EF4-FFF2-40B4-BE49-F238E27FC236}">
                  <a16:creationId xmlns:a16="http://schemas.microsoft.com/office/drawing/2014/main" id="{D45CB62E-F04E-6437-D735-2370A12DB68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7">
              <a:extLst>
                <a:ext uri="{FF2B5EF4-FFF2-40B4-BE49-F238E27FC236}">
                  <a16:creationId xmlns:a16="http://schemas.microsoft.com/office/drawing/2014/main" id="{74A669CB-5637-4F5E-C205-9C37DC6C2C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8">
              <a:extLst>
                <a:ext uri="{FF2B5EF4-FFF2-40B4-BE49-F238E27FC236}">
                  <a16:creationId xmlns:a16="http://schemas.microsoft.com/office/drawing/2014/main" id="{450CBB77-14FF-1657-D29D-7FEA8AA7E83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Rectangle 239">
              <a:extLst>
                <a:ext uri="{FF2B5EF4-FFF2-40B4-BE49-F238E27FC236}">
                  <a16:creationId xmlns:a16="http://schemas.microsoft.com/office/drawing/2014/main" id="{230CAF9C-02FA-BDBC-7D26-2E71FEF2002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0">
              <a:extLst>
                <a:ext uri="{FF2B5EF4-FFF2-40B4-BE49-F238E27FC236}">
                  <a16:creationId xmlns:a16="http://schemas.microsoft.com/office/drawing/2014/main" id="{A14CEA9C-4FDC-5909-8954-7727C40DED7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41">
              <a:extLst>
                <a:ext uri="{FF2B5EF4-FFF2-40B4-BE49-F238E27FC236}">
                  <a16:creationId xmlns:a16="http://schemas.microsoft.com/office/drawing/2014/main" id="{0C4EFC2D-F627-AD69-C89F-EEDC30F20B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42">
              <a:extLst>
                <a:ext uri="{FF2B5EF4-FFF2-40B4-BE49-F238E27FC236}">
                  <a16:creationId xmlns:a16="http://schemas.microsoft.com/office/drawing/2014/main" id="{2A4D42AC-9C71-8781-2A7F-4B8CE07A80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326428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Mediu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3701769"/>
            <a:ext cx="4673339" cy="3838169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3701769"/>
            <a:ext cx="4644000" cy="3838169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3701769"/>
            <a:ext cx="4673448" cy="3838169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the figure above.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812881" y="2441575"/>
            <a:ext cx="4673340" cy="1260195"/>
          </a:xfr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$##,###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5807945" y="2475441"/>
            <a:ext cx="4643999" cy="1226329"/>
          </a:xfr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3" y="2475441"/>
            <a:ext cx="4673448" cy="1226329"/>
          </a:xfr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#,###,####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key numbers slide for long numbers.</a:t>
            </a:r>
            <a:endParaRPr lang="en-US" dirty="0"/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7" name="Slide Number Placeholder 8"/>
          <p:cNvSpPr>
            <a:spLocks noGrp="1"/>
          </p:cNvSpPr>
          <p:nvPr>
            <p:ph type="sldNum" sz="quarter" idx="24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9FCFDAB-C13F-9952-BDF7-982C72610627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5" name="Freeform 221">
              <a:extLst>
                <a:ext uri="{FF2B5EF4-FFF2-40B4-BE49-F238E27FC236}">
                  <a16:creationId xmlns:a16="http://schemas.microsoft.com/office/drawing/2014/main" id="{A7820CBB-46D1-E24D-6378-3BA68DDD5B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2">
              <a:extLst>
                <a:ext uri="{FF2B5EF4-FFF2-40B4-BE49-F238E27FC236}">
                  <a16:creationId xmlns:a16="http://schemas.microsoft.com/office/drawing/2014/main" id="{DFFBA213-6957-09D5-A3AE-B8B28310B18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223">
              <a:extLst>
                <a:ext uri="{FF2B5EF4-FFF2-40B4-BE49-F238E27FC236}">
                  <a16:creationId xmlns:a16="http://schemas.microsoft.com/office/drawing/2014/main" id="{F0B8FC74-76DA-35C8-E20B-B4C075F24E8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4">
              <a:extLst>
                <a:ext uri="{FF2B5EF4-FFF2-40B4-BE49-F238E27FC236}">
                  <a16:creationId xmlns:a16="http://schemas.microsoft.com/office/drawing/2014/main" id="{CCC4E670-D602-83D9-F347-A3C483CB94B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5">
              <a:extLst>
                <a:ext uri="{FF2B5EF4-FFF2-40B4-BE49-F238E27FC236}">
                  <a16:creationId xmlns:a16="http://schemas.microsoft.com/office/drawing/2014/main" id="{70BA96AD-B8F5-0786-E3BC-049F773C174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6">
              <a:extLst>
                <a:ext uri="{FF2B5EF4-FFF2-40B4-BE49-F238E27FC236}">
                  <a16:creationId xmlns:a16="http://schemas.microsoft.com/office/drawing/2014/main" id="{588FA670-5637-7A13-9B83-26C02BF2B69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7">
              <a:extLst>
                <a:ext uri="{FF2B5EF4-FFF2-40B4-BE49-F238E27FC236}">
                  <a16:creationId xmlns:a16="http://schemas.microsoft.com/office/drawing/2014/main" id="{DD8D2081-B071-8CB6-0599-C5781398A8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8">
              <a:extLst>
                <a:ext uri="{FF2B5EF4-FFF2-40B4-BE49-F238E27FC236}">
                  <a16:creationId xmlns:a16="http://schemas.microsoft.com/office/drawing/2014/main" id="{CC2D167C-6405-7EE5-6840-277F6EC3CAB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9">
              <a:extLst>
                <a:ext uri="{FF2B5EF4-FFF2-40B4-BE49-F238E27FC236}">
                  <a16:creationId xmlns:a16="http://schemas.microsoft.com/office/drawing/2014/main" id="{A83A5732-C46A-9BB3-2C0D-80EEC63CB70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0">
              <a:extLst>
                <a:ext uri="{FF2B5EF4-FFF2-40B4-BE49-F238E27FC236}">
                  <a16:creationId xmlns:a16="http://schemas.microsoft.com/office/drawing/2014/main" id="{1B4E1969-6818-78C8-30C6-ABCB6479923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1">
              <a:extLst>
                <a:ext uri="{FF2B5EF4-FFF2-40B4-BE49-F238E27FC236}">
                  <a16:creationId xmlns:a16="http://schemas.microsoft.com/office/drawing/2014/main" id="{EA08BED2-41DF-0B95-5767-1391B77FA1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2">
              <a:extLst>
                <a:ext uri="{FF2B5EF4-FFF2-40B4-BE49-F238E27FC236}">
                  <a16:creationId xmlns:a16="http://schemas.microsoft.com/office/drawing/2014/main" id="{FD0B53C1-C35E-9083-83EB-6053A99FCD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3">
              <a:extLst>
                <a:ext uri="{FF2B5EF4-FFF2-40B4-BE49-F238E27FC236}">
                  <a16:creationId xmlns:a16="http://schemas.microsoft.com/office/drawing/2014/main" id="{253EFA15-7A1D-160D-76FA-8758534709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4">
              <a:extLst>
                <a:ext uri="{FF2B5EF4-FFF2-40B4-BE49-F238E27FC236}">
                  <a16:creationId xmlns:a16="http://schemas.microsoft.com/office/drawing/2014/main" id="{381CCE19-EBDF-8143-7951-D53A2693A1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5">
              <a:extLst>
                <a:ext uri="{FF2B5EF4-FFF2-40B4-BE49-F238E27FC236}">
                  <a16:creationId xmlns:a16="http://schemas.microsoft.com/office/drawing/2014/main" id="{D929D075-81AC-B974-BDDE-A7728C6C4C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6">
              <a:extLst>
                <a:ext uri="{FF2B5EF4-FFF2-40B4-BE49-F238E27FC236}">
                  <a16:creationId xmlns:a16="http://schemas.microsoft.com/office/drawing/2014/main" id="{FD175930-057C-0E38-32EB-2FF2B8C7155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7">
              <a:extLst>
                <a:ext uri="{FF2B5EF4-FFF2-40B4-BE49-F238E27FC236}">
                  <a16:creationId xmlns:a16="http://schemas.microsoft.com/office/drawing/2014/main" id="{9DCA2B93-16B0-D141-E9A3-1C260DC1B8C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8">
              <a:extLst>
                <a:ext uri="{FF2B5EF4-FFF2-40B4-BE49-F238E27FC236}">
                  <a16:creationId xmlns:a16="http://schemas.microsoft.com/office/drawing/2014/main" id="{40D22415-F8FD-BE58-46FB-84C24C563DF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Rectangle 239">
              <a:extLst>
                <a:ext uri="{FF2B5EF4-FFF2-40B4-BE49-F238E27FC236}">
                  <a16:creationId xmlns:a16="http://schemas.microsoft.com/office/drawing/2014/main" id="{35029E5A-8067-A0F4-9EB2-10CF8E6FC41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0">
              <a:extLst>
                <a:ext uri="{FF2B5EF4-FFF2-40B4-BE49-F238E27FC236}">
                  <a16:creationId xmlns:a16="http://schemas.microsoft.com/office/drawing/2014/main" id="{CD36F6A6-A847-33F5-80A4-CF95E2AFC3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41">
              <a:extLst>
                <a:ext uri="{FF2B5EF4-FFF2-40B4-BE49-F238E27FC236}">
                  <a16:creationId xmlns:a16="http://schemas.microsoft.com/office/drawing/2014/main" id="{3F484212-A9DE-DE83-6AA4-9035EEAE1E6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42">
              <a:extLst>
                <a:ext uri="{FF2B5EF4-FFF2-40B4-BE49-F238E27FC236}">
                  <a16:creationId xmlns:a16="http://schemas.microsoft.com/office/drawing/2014/main" id="{B8EED9BE-0B55-87DE-7E23-BE7AA9053A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336079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s with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4538133"/>
            <a:ext cx="4673339" cy="3001805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4538133"/>
            <a:ext cx="4644000" cy="3001805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4538133"/>
            <a:ext cx="4673448" cy="3001805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accent1"/>
                </a:solidFill>
              </a:defRPr>
            </a:lvl1pPr>
          </a:lstStyle>
          <a:p>
            <a:r>
              <a:rPr lang="en-CA" dirty="0"/>
              <a:t>This is a key point slide with icons to illustrate points.</a:t>
            </a:r>
            <a:endParaRPr lang="en-US" dirty="0"/>
          </a:p>
        </p:txBody>
      </p:sp>
      <p:sp>
        <p:nvSpPr>
          <p:cNvPr id="12" name="Oval 11"/>
          <p:cNvSpPr/>
          <p:nvPr userDrawn="1"/>
        </p:nvSpPr>
        <p:spPr>
          <a:xfrm>
            <a:off x="728135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icture Placeholder 3"/>
          <p:cNvSpPr>
            <a:spLocks noGrp="1" noChangeAspect="1"/>
          </p:cNvSpPr>
          <p:nvPr>
            <p:ph type="pic" sz="quarter" idx="26" hasCustomPrompt="1"/>
          </p:nvPr>
        </p:nvSpPr>
        <p:spPr>
          <a:xfrm>
            <a:off x="1173631" y="2900693"/>
            <a:ext cx="864783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4" name="Oval 13"/>
          <p:cNvSpPr/>
          <p:nvPr userDrawn="1"/>
        </p:nvSpPr>
        <p:spPr>
          <a:xfrm>
            <a:off x="5723280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icture Placeholder 3"/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6168776" y="2900693"/>
            <a:ext cx="864782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6" name="Oval 15"/>
          <p:cNvSpPr/>
          <p:nvPr userDrawn="1"/>
        </p:nvSpPr>
        <p:spPr>
          <a:xfrm>
            <a:off x="10701518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icture Placeholder 3"/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11147405" y="2900693"/>
            <a:ext cx="864000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pic>
        <p:nvPicPr>
          <p:cNvPr id="18" name="Picture 17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20" name="Slide Number Placeholder 8"/>
          <p:cNvSpPr>
            <a:spLocks noGrp="1"/>
          </p:cNvSpPr>
          <p:nvPr>
            <p:ph type="sldNum" sz="quarter" idx="2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7E63432-FC31-CE74-2818-69650267215F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8" name="Freeform 221">
              <a:extLst>
                <a:ext uri="{FF2B5EF4-FFF2-40B4-BE49-F238E27FC236}">
                  <a16:creationId xmlns:a16="http://schemas.microsoft.com/office/drawing/2014/main" id="{36D6CE08-F523-763D-DA84-5BC1CF1E63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2">
              <a:extLst>
                <a:ext uri="{FF2B5EF4-FFF2-40B4-BE49-F238E27FC236}">
                  <a16:creationId xmlns:a16="http://schemas.microsoft.com/office/drawing/2014/main" id="{FA3AEB7D-B8D9-386C-3353-631D1FC22B9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Rectangle 223">
              <a:extLst>
                <a:ext uri="{FF2B5EF4-FFF2-40B4-BE49-F238E27FC236}">
                  <a16:creationId xmlns:a16="http://schemas.microsoft.com/office/drawing/2014/main" id="{5A24D198-DE46-209C-20B9-0EAA86B41D7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4">
              <a:extLst>
                <a:ext uri="{FF2B5EF4-FFF2-40B4-BE49-F238E27FC236}">
                  <a16:creationId xmlns:a16="http://schemas.microsoft.com/office/drawing/2014/main" id="{859ABB13-9CEC-1F3E-20FF-17DDFFAE7F1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5">
              <a:extLst>
                <a:ext uri="{FF2B5EF4-FFF2-40B4-BE49-F238E27FC236}">
                  <a16:creationId xmlns:a16="http://schemas.microsoft.com/office/drawing/2014/main" id="{5EB72D49-E021-FD42-9CAE-4DB550DD973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6">
              <a:extLst>
                <a:ext uri="{FF2B5EF4-FFF2-40B4-BE49-F238E27FC236}">
                  <a16:creationId xmlns:a16="http://schemas.microsoft.com/office/drawing/2014/main" id="{05316288-7BA6-2971-789E-92521A876F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27">
              <a:extLst>
                <a:ext uri="{FF2B5EF4-FFF2-40B4-BE49-F238E27FC236}">
                  <a16:creationId xmlns:a16="http://schemas.microsoft.com/office/drawing/2014/main" id="{BC521D73-454A-581C-63CE-B11AB373C4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28">
              <a:extLst>
                <a:ext uri="{FF2B5EF4-FFF2-40B4-BE49-F238E27FC236}">
                  <a16:creationId xmlns:a16="http://schemas.microsoft.com/office/drawing/2014/main" id="{5579ED4A-F873-B47A-9A2E-501D3D817C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29">
              <a:extLst>
                <a:ext uri="{FF2B5EF4-FFF2-40B4-BE49-F238E27FC236}">
                  <a16:creationId xmlns:a16="http://schemas.microsoft.com/office/drawing/2014/main" id="{EE0F3ABD-3593-8033-0A2B-57D40D3E76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0">
              <a:extLst>
                <a:ext uri="{FF2B5EF4-FFF2-40B4-BE49-F238E27FC236}">
                  <a16:creationId xmlns:a16="http://schemas.microsoft.com/office/drawing/2014/main" id="{FADB0CB0-E2A6-E752-7B7A-8D3267E63CC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1">
              <a:extLst>
                <a:ext uri="{FF2B5EF4-FFF2-40B4-BE49-F238E27FC236}">
                  <a16:creationId xmlns:a16="http://schemas.microsoft.com/office/drawing/2014/main" id="{28FC49CE-DE0D-B393-8272-3E1982439C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2">
              <a:extLst>
                <a:ext uri="{FF2B5EF4-FFF2-40B4-BE49-F238E27FC236}">
                  <a16:creationId xmlns:a16="http://schemas.microsoft.com/office/drawing/2014/main" id="{58B1EE4C-B408-6763-4DE4-F6E51598430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3">
              <a:extLst>
                <a:ext uri="{FF2B5EF4-FFF2-40B4-BE49-F238E27FC236}">
                  <a16:creationId xmlns:a16="http://schemas.microsoft.com/office/drawing/2014/main" id="{F393CB4B-D5B8-D57E-53A0-350C961ECB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4">
              <a:extLst>
                <a:ext uri="{FF2B5EF4-FFF2-40B4-BE49-F238E27FC236}">
                  <a16:creationId xmlns:a16="http://schemas.microsoft.com/office/drawing/2014/main" id="{5389E22B-09D5-284A-77DE-A96B624DE7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5">
              <a:extLst>
                <a:ext uri="{FF2B5EF4-FFF2-40B4-BE49-F238E27FC236}">
                  <a16:creationId xmlns:a16="http://schemas.microsoft.com/office/drawing/2014/main" id="{E9FABC13-E4AE-0209-60F1-C7A404FD1A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36">
              <a:extLst>
                <a:ext uri="{FF2B5EF4-FFF2-40B4-BE49-F238E27FC236}">
                  <a16:creationId xmlns:a16="http://schemas.microsoft.com/office/drawing/2014/main" id="{7FB629CE-EF3A-A1C2-5F02-7734C1BC15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37">
              <a:extLst>
                <a:ext uri="{FF2B5EF4-FFF2-40B4-BE49-F238E27FC236}">
                  <a16:creationId xmlns:a16="http://schemas.microsoft.com/office/drawing/2014/main" id="{8FD40052-9A5F-3569-5323-FD00CE17F4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38">
              <a:extLst>
                <a:ext uri="{FF2B5EF4-FFF2-40B4-BE49-F238E27FC236}">
                  <a16:creationId xmlns:a16="http://schemas.microsoft.com/office/drawing/2014/main" id="{05C47D07-4F90-206B-7119-3B344FF0950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Rectangle 239">
              <a:extLst>
                <a:ext uri="{FF2B5EF4-FFF2-40B4-BE49-F238E27FC236}">
                  <a16:creationId xmlns:a16="http://schemas.microsoft.com/office/drawing/2014/main" id="{52A1EC18-D322-0F86-4D61-97170746DD0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40">
              <a:extLst>
                <a:ext uri="{FF2B5EF4-FFF2-40B4-BE49-F238E27FC236}">
                  <a16:creationId xmlns:a16="http://schemas.microsoft.com/office/drawing/2014/main" id="{41761851-87FE-22E4-3ACC-4F9B4433262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41">
              <a:extLst>
                <a:ext uri="{FF2B5EF4-FFF2-40B4-BE49-F238E27FC236}">
                  <a16:creationId xmlns:a16="http://schemas.microsoft.com/office/drawing/2014/main" id="{3577654F-253E-8F31-71CC-E2EA6B6BDE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242">
              <a:extLst>
                <a:ext uri="{FF2B5EF4-FFF2-40B4-BE49-F238E27FC236}">
                  <a16:creationId xmlns:a16="http://schemas.microsoft.com/office/drawing/2014/main" id="{7A602306-2C37-5CE7-7A37-5161ECBE9DC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996315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Key Points with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4538133"/>
            <a:ext cx="4673339" cy="3001805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4538133"/>
            <a:ext cx="4644000" cy="3001805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4538133"/>
            <a:ext cx="4673448" cy="3001805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accent1"/>
                </a:solidFill>
              </a:defRPr>
            </a:lvl1pPr>
          </a:lstStyle>
          <a:p>
            <a:r>
              <a:rPr lang="en-CA" dirty="0"/>
              <a:t>This is a key point slide with icons to illustrate points.</a:t>
            </a:r>
            <a:endParaRPr lang="en-US" dirty="0"/>
          </a:p>
        </p:txBody>
      </p:sp>
      <p:pic>
        <p:nvPicPr>
          <p:cNvPr id="18" name="Picture 17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20" name="Slide Number Placeholder 8"/>
          <p:cNvSpPr>
            <a:spLocks noGrp="1"/>
          </p:cNvSpPr>
          <p:nvPr>
            <p:ph type="sldNum" sz="quarter" idx="2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7E63432-FC31-CE74-2818-69650267215F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8" name="Freeform 221">
              <a:extLst>
                <a:ext uri="{FF2B5EF4-FFF2-40B4-BE49-F238E27FC236}">
                  <a16:creationId xmlns:a16="http://schemas.microsoft.com/office/drawing/2014/main" id="{36D6CE08-F523-763D-DA84-5BC1CF1E63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2">
              <a:extLst>
                <a:ext uri="{FF2B5EF4-FFF2-40B4-BE49-F238E27FC236}">
                  <a16:creationId xmlns:a16="http://schemas.microsoft.com/office/drawing/2014/main" id="{FA3AEB7D-B8D9-386C-3353-631D1FC22B9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Rectangle 223">
              <a:extLst>
                <a:ext uri="{FF2B5EF4-FFF2-40B4-BE49-F238E27FC236}">
                  <a16:creationId xmlns:a16="http://schemas.microsoft.com/office/drawing/2014/main" id="{5A24D198-DE46-209C-20B9-0EAA86B41D7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4">
              <a:extLst>
                <a:ext uri="{FF2B5EF4-FFF2-40B4-BE49-F238E27FC236}">
                  <a16:creationId xmlns:a16="http://schemas.microsoft.com/office/drawing/2014/main" id="{859ABB13-9CEC-1F3E-20FF-17DDFFAE7F1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5">
              <a:extLst>
                <a:ext uri="{FF2B5EF4-FFF2-40B4-BE49-F238E27FC236}">
                  <a16:creationId xmlns:a16="http://schemas.microsoft.com/office/drawing/2014/main" id="{5EB72D49-E021-FD42-9CAE-4DB550DD973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6">
              <a:extLst>
                <a:ext uri="{FF2B5EF4-FFF2-40B4-BE49-F238E27FC236}">
                  <a16:creationId xmlns:a16="http://schemas.microsoft.com/office/drawing/2014/main" id="{05316288-7BA6-2971-789E-92521A876F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27">
              <a:extLst>
                <a:ext uri="{FF2B5EF4-FFF2-40B4-BE49-F238E27FC236}">
                  <a16:creationId xmlns:a16="http://schemas.microsoft.com/office/drawing/2014/main" id="{BC521D73-454A-581C-63CE-B11AB373C4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28">
              <a:extLst>
                <a:ext uri="{FF2B5EF4-FFF2-40B4-BE49-F238E27FC236}">
                  <a16:creationId xmlns:a16="http://schemas.microsoft.com/office/drawing/2014/main" id="{5579ED4A-F873-B47A-9A2E-501D3D817C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29">
              <a:extLst>
                <a:ext uri="{FF2B5EF4-FFF2-40B4-BE49-F238E27FC236}">
                  <a16:creationId xmlns:a16="http://schemas.microsoft.com/office/drawing/2014/main" id="{EE0F3ABD-3593-8033-0A2B-57D40D3E76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0">
              <a:extLst>
                <a:ext uri="{FF2B5EF4-FFF2-40B4-BE49-F238E27FC236}">
                  <a16:creationId xmlns:a16="http://schemas.microsoft.com/office/drawing/2014/main" id="{FADB0CB0-E2A6-E752-7B7A-8D3267E63CC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1">
              <a:extLst>
                <a:ext uri="{FF2B5EF4-FFF2-40B4-BE49-F238E27FC236}">
                  <a16:creationId xmlns:a16="http://schemas.microsoft.com/office/drawing/2014/main" id="{28FC49CE-DE0D-B393-8272-3E1982439C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2">
              <a:extLst>
                <a:ext uri="{FF2B5EF4-FFF2-40B4-BE49-F238E27FC236}">
                  <a16:creationId xmlns:a16="http://schemas.microsoft.com/office/drawing/2014/main" id="{58B1EE4C-B408-6763-4DE4-F6E51598430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3">
              <a:extLst>
                <a:ext uri="{FF2B5EF4-FFF2-40B4-BE49-F238E27FC236}">
                  <a16:creationId xmlns:a16="http://schemas.microsoft.com/office/drawing/2014/main" id="{F393CB4B-D5B8-D57E-53A0-350C961ECB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4">
              <a:extLst>
                <a:ext uri="{FF2B5EF4-FFF2-40B4-BE49-F238E27FC236}">
                  <a16:creationId xmlns:a16="http://schemas.microsoft.com/office/drawing/2014/main" id="{5389E22B-09D5-284A-77DE-A96B624DE7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5">
              <a:extLst>
                <a:ext uri="{FF2B5EF4-FFF2-40B4-BE49-F238E27FC236}">
                  <a16:creationId xmlns:a16="http://schemas.microsoft.com/office/drawing/2014/main" id="{E9FABC13-E4AE-0209-60F1-C7A404FD1A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36">
              <a:extLst>
                <a:ext uri="{FF2B5EF4-FFF2-40B4-BE49-F238E27FC236}">
                  <a16:creationId xmlns:a16="http://schemas.microsoft.com/office/drawing/2014/main" id="{7FB629CE-EF3A-A1C2-5F02-7734C1BC15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37">
              <a:extLst>
                <a:ext uri="{FF2B5EF4-FFF2-40B4-BE49-F238E27FC236}">
                  <a16:creationId xmlns:a16="http://schemas.microsoft.com/office/drawing/2014/main" id="{8FD40052-9A5F-3569-5323-FD00CE17F4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38">
              <a:extLst>
                <a:ext uri="{FF2B5EF4-FFF2-40B4-BE49-F238E27FC236}">
                  <a16:creationId xmlns:a16="http://schemas.microsoft.com/office/drawing/2014/main" id="{05C47D07-4F90-206B-7119-3B344FF0950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Rectangle 239">
              <a:extLst>
                <a:ext uri="{FF2B5EF4-FFF2-40B4-BE49-F238E27FC236}">
                  <a16:creationId xmlns:a16="http://schemas.microsoft.com/office/drawing/2014/main" id="{52A1EC18-D322-0F86-4D61-97170746DD0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40">
              <a:extLst>
                <a:ext uri="{FF2B5EF4-FFF2-40B4-BE49-F238E27FC236}">
                  <a16:creationId xmlns:a16="http://schemas.microsoft.com/office/drawing/2014/main" id="{41761851-87FE-22E4-3ACC-4F9B4433262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41">
              <a:extLst>
                <a:ext uri="{FF2B5EF4-FFF2-40B4-BE49-F238E27FC236}">
                  <a16:creationId xmlns:a16="http://schemas.microsoft.com/office/drawing/2014/main" id="{3577654F-253E-8F31-71CC-E2EA6B6BDE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242">
              <a:extLst>
                <a:ext uri="{FF2B5EF4-FFF2-40B4-BE49-F238E27FC236}">
                  <a16:creationId xmlns:a16="http://schemas.microsoft.com/office/drawing/2014/main" id="{7A602306-2C37-5CE7-7A37-5161ECBE9DC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420318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5" name="Media Placeholder 4"/>
          <p:cNvSpPr>
            <a:spLocks noGrp="1"/>
          </p:cNvSpPr>
          <p:nvPr>
            <p:ph type="media" sz="quarter" idx="10" hasCustomPrompt="1"/>
          </p:nvPr>
        </p:nvSpPr>
        <p:spPr>
          <a:xfrm>
            <a:off x="3287077" y="829734"/>
            <a:ext cx="9683434" cy="750146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this icon to insert a video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A3D46D8-CABC-5FA8-DFEB-7A8278E4BDE2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28" name="Freeform 221">
              <a:extLst>
                <a:ext uri="{FF2B5EF4-FFF2-40B4-BE49-F238E27FC236}">
                  <a16:creationId xmlns:a16="http://schemas.microsoft.com/office/drawing/2014/main" id="{4F16EDFF-1EE9-E3BA-8DC6-D5768D3BA45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22">
              <a:extLst>
                <a:ext uri="{FF2B5EF4-FFF2-40B4-BE49-F238E27FC236}">
                  <a16:creationId xmlns:a16="http://schemas.microsoft.com/office/drawing/2014/main" id="{E8F033DE-B22E-A845-9103-D8DC2983C1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Rectangle 223">
              <a:extLst>
                <a:ext uri="{FF2B5EF4-FFF2-40B4-BE49-F238E27FC236}">
                  <a16:creationId xmlns:a16="http://schemas.microsoft.com/office/drawing/2014/main" id="{88A97D79-EC5D-C0DB-5799-6014AEE29D4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24">
              <a:extLst>
                <a:ext uri="{FF2B5EF4-FFF2-40B4-BE49-F238E27FC236}">
                  <a16:creationId xmlns:a16="http://schemas.microsoft.com/office/drawing/2014/main" id="{71E19B41-5DCB-87E3-7BBC-2A8B03DB11C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5">
              <a:extLst>
                <a:ext uri="{FF2B5EF4-FFF2-40B4-BE49-F238E27FC236}">
                  <a16:creationId xmlns:a16="http://schemas.microsoft.com/office/drawing/2014/main" id="{4DD81725-AA91-45A8-5A31-AA75307BEB7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6">
              <a:extLst>
                <a:ext uri="{FF2B5EF4-FFF2-40B4-BE49-F238E27FC236}">
                  <a16:creationId xmlns:a16="http://schemas.microsoft.com/office/drawing/2014/main" id="{CCEBB552-0592-1D69-2318-80D345B136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7">
              <a:extLst>
                <a:ext uri="{FF2B5EF4-FFF2-40B4-BE49-F238E27FC236}">
                  <a16:creationId xmlns:a16="http://schemas.microsoft.com/office/drawing/2014/main" id="{29D546FC-7AE2-0F8D-6AD7-32FD992E2AD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8">
              <a:extLst>
                <a:ext uri="{FF2B5EF4-FFF2-40B4-BE49-F238E27FC236}">
                  <a16:creationId xmlns:a16="http://schemas.microsoft.com/office/drawing/2014/main" id="{2F1F33D5-4B0C-5642-B06D-18A7B5BEDFF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9">
              <a:extLst>
                <a:ext uri="{FF2B5EF4-FFF2-40B4-BE49-F238E27FC236}">
                  <a16:creationId xmlns:a16="http://schemas.microsoft.com/office/drawing/2014/main" id="{FA9D85CF-2479-38E3-2E4F-8B42017757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30">
              <a:extLst>
                <a:ext uri="{FF2B5EF4-FFF2-40B4-BE49-F238E27FC236}">
                  <a16:creationId xmlns:a16="http://schemas.microsoft.com/office/drawing/2014/main" id="{1035A2A2-A56D-C68E-9A70-3DE7072893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31">
              <a:extLst>
                <a:ext uri="{FF2B5EF4-FFF2-40B4-BE49-F238E27FC236}">
                  <a16:creationId xmlns:a16="http://schemas.microsoft.com/office/drawing/2014/main" id="{AFC46FC9-130A-1235-8083-FE5766DCEE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32">
              <a:extLst>
                <a:ext uri="{FF2B5EF4-FFF2-40B4-BE49-F238E27FC236}">
                  <a16:creationId xmlns:a16="http://schemas.microsoft.com/office/drawing/2014/main" id="{1761EFF5-44B0-F036-AAC3-2E48F8576E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3">
              <a:extLst>
                <a:ext uri="{FF2B5EF4-FFF2-40B4-BE49-F238E27FC236}">
                  <a16:creationId xmlns:a16="http://schemas.microsoft.com/office/drawing/2014/main" id="{E40057E9-2222-C53B-1E10-E3894F1F1F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4">
              <a:extLst>
                <a:ext uri="{FF2B5EF4-FFF2-40B4-BE49-F238E27FC236}">
                  <a16:creationId xmlns:a16="http://schemas.microsoft.com/office/drawing/2014/main" id="{6B550CEF-4EC8-9053-2417-62EAC0E960C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5">
              <a:extLst>
                <a:ext uri="{FF2B5EF4-FFF2-40B4-BE49-F238E27FC236}">
                  <a16:creationId xmlns:a16="http://schemas.microsoft.com/office/drawing/2014/main" id="{EA80174F-B21E-B715-FE51-5E37A38ADD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6">
              <a:extLst>
                <a:ext uri="{FF2B5EF4-FFF2-40B4-BE49-F238E27FC236}">
                  <a16:creationId xmlns:a16="http://schemas.microsoft.com/office/drawing/2014/main" id="{25248B59-8A8C-A4F6-8BD4-C7B5D63C00F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7">
              <a:extLst>
                <a:ext uri="{FF2B5EF4-FFF2-40B4-BE49-F238E27FC236}">
                  <a16:creationId xmlns:a16="http://schemas.microsoft.com/office/drawing/2014/main" id="{EB0A10E8-BBDC-900B-64DF-AA29754EEA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8">
              <a:extLst>
                <a:ext uri="{FF2B5EF4-FFF2-40B4-BE49-F238E27FC236}">
                  <a16:creationId xmlns:a16="http://schemas.microsoft.com/office/drawing/2014/main" id="{473D12BE-473E-27A8-515C-C79EE76077F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Rectangle 239">
              <a:extLst>
                <a:ext uri="{FF2B5EF4-FFF2-40B4-BE49-F238E27FC236}">
                  <a16:creationId xmlns:a16="http://schemas.microsoft.com/office/drawing/2014/main" id="{37DA4CB9-B61D-1142-0FAA-37E5D161A45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40">
              <a:extLst>
                <a:ext uri="{FF2B5EF4-FFF2-40B4-BE49-F238E27FC236}">
                  <a16:creationId xmlns:a16="http://schemas.microsoft.com/office/drawing/2014/main" id="{B982C480-20C6-C8FF-ED91-A5FD4A783D8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41">
              <a:extLst>
                <a:ext uri="{FF2B5EF4-FFF2-40B4-BE49-F238E27FC236}">
                  <a16:creationId xmlns:a16="http://schemas.microsoft.com/office/drawing/2014/main" id="{92B193DF-1F70-21D4-DCEC-D46F86E0BC3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42">
              <a:extLst>
                <a:ext uri="{FF2B5EF4-FFF2-40B4-BE49-F238E27FC236}">
                  <a16:creationId xmlns:a16="http://schemas.microsoft.com/office/drawing/2014/main" id="{AA817683-1787-8D34-A748-739D4FBE976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803090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1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805366" y="838200"/>
            <a:ext cx="14646856" cy="74676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2787076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Enter an impressive statistic or fact. e.g. 98% of Algonquin students have been hired immediately after graduation.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2125170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287077" y="6561978"/>
            <a:ext cx="9683434" cy="388804"/>
          </a:xfrm>
        </p:spPr>
        <p:txBody>
          <a:bodyPr anchor="ctr"/>
          <a:lstStyle>
            <a:lvl1pPr algn="ctr">
              <a:defRPr sz="1600"/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B5DEFC7-9AC3-6469-DDDF-2FD0250CC05A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1" name="Freeform 221">
              <a:extLst>
                <a:ext uri="{FF2B5EF4-FFF2-40B4-BE49-F238E27FC236}">
                  <a16:creationId xmlns:a16="http://schemas.microsoft.com/office/drawing/2014/main" id="{CAADC412-1777-80E1-E301-D2339D6FB5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2">
              <a:extLst>
                <a:ext uri="{FF2B5EF4-FFF2-40B4-BE49-F238E27FC236}">
                  <a16:creationId xmlns:a16="http://schemas.microsoft.com/office/drawing/2014/main" id="{13F97B24-5C2D-91EA-D343-4043C9D25B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223">
              <a:extLst>
                <a:ext uri="{FF2B5EF4-FFF2-40B4-BE49-F238E27FC236}">
                  <a16:creationId xmlns:a16="http://schemas.microsoft.com/office/drawing/2014/main" id="{41A1BF4B-1A73-21E3-018B-22232C422C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4">
              <a:extLst>
                <a:ext uri="{FF2B5EF4-FFF2-40B4-BE49-F238E27FC236}">
                  <a16:creationId xmlns:a16="http://schemas.microsoft.com/office/drawing/2014/main" id="{12D5848C-F493-6435-B669-891AF0961E1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5">
              <a:extLst>
                <a:ext uri="{FF2B5EF4-FFF2-40B4-BE49-F238E27FC236}">
                  <a16:creationId xmlns:a16="http://schemas.microsoft.com/office/drawing/2014/main" id="{49568655-4DB5-7D42-D1AB-B227BDC62BD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6">
              <a:extLst>
                <a:ext uri="{FF2B5EF4-FFF2-40B4-BE49-F238E27FC236}">
                  <a16:creationId xmlns:a16="http://schemas.microsoft.com/office/drawing/2014/main" id="{1D3408E3-534C-8C3D-3F58-CC705F94D04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7">
              <a:extLst>
                <a:ext uri="{FF2B5EF4-FFF2-40B4-BE49-F238E27FC236}">
                  <a16:creationId xmlns:a16="http://schemas.microsoft.com/office/drawing/2014/main" id="{7BAB8070-3CE7-B068-1D56-0973BC8A0B6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8">
              <a:extLst>
                <a:ext uri="{FF2B5EF4-FFF2-40B4-BE49-F238E27FC236}">
                  <a16:creationId xmlns:a16="http://schemas.microsoft.com/office/drawing/2014/main" id="{55120169-87E8-07D6-61CA-053614D3DFD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9">
              <a:extLst>
                <a:ext uri="{FF2B5EF4-FFF2-40B4-BE49-F238E27FC236}">
                  <a16:creationId xmlns:a16="http://schemas.microsoft.com/office/drawing/2014/main" id="{A19C0A7D-52CA-8D5D-CB44-1B116C6EA5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0">
              <a:extLst>
                <a:ext uri="{FF2B5EF4-FFF2-40B4-BE49-F238E27FC236}">
                  <a16:creationId xmlns:a16="http://schemas.microsoft.com/office/drawing/2014/main" id="{9B946800-324F-5D39-AB02-BD1D51895F9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1">
              <a:extLst>
                <a:ext uri="{FF2B5EF4-FFF2-40B4-BE49-F238E27FC236}">
                  <a16:creationId xmlns:a16="http://schemas.microsoft.com/office/drawing/2014/main" id="{387F21EF-2C82-DB2E-4B79-6085FE97D7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2">
              <a:extLst>
                <a:ext uri="{FF2B5EF4-FFF2-40B4-BE49-F238E27FC236}">
                  <a16:creationId xmlns:a16="http://schemas.microsoft.com/office/drawing/2014/main" id="{C6CEA215-2094-8628-2ECE-436E60733B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3">
              <a:extLst>
                <a:ext uri="{FF2B5EF4-FFF2-40B4-BE49-F238E27FC236}">
                  <a16:creationId xmlns:a16="http://schemas.microsoft.com/office/drawing/2014/main" id="{A86A6A0C-11A1-C351-277B-2A9D0732966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4">
              <a:extLst>
                <a:ext uri="{FF2B5EF4-FFF2-40B4-BE49-F238E27FC236}">
                  <a16:creationId xmlns:a16="http://schemas.microsoft.com/office/drawing/2014/main" id="{C383418C-B6E2-851A-42B0-E2CC20CD869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5">
              <a:extLst>
                <a:ext uri="{FF2B5EF4-FFF2-40B4-BE49-F238E27FC236}">
                  <a16:creationId xmlns:a16="http://schemas.microsoft.com/office/drawing/2014/main" id="{15821972-90DE-F7A9-85C0-CF33244727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6">
              <a:extLst>
                <a:ext uri="{FF2B5EF4-FFF2-40B4-BE49-F238E27FC236}">
                  <a16:creationId xmlns:a16="http://schemas.microsoft.com/office/drawing/2014/main" id="{014558C3-CCB4-F77A-113C-B64D8F615D7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7">
              <a:extLst>
                <a:ext uri="{FF2B5EF4-FFF2-40B4-BE49-F238E27FC236}">
                  <a16:creationId xmlns:a16="http://schemas.microsoft.com/office/drawing/2014/main" id="{00C85738-159C-9B17-0E0C-E9B1655D17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8">
              <a:extLst>
                <a:ext uri="{FF2B5EF4-FFF2-40B4-BE49-F238E27FC236}">
                  <a16:creationId xmlns:a16="http://schemas.microsoft.com/office/drawing/2014/main" id="{05B154E3-9965-C14C-2FEA-C7C6A052D48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239">
              <a:extLst>
                <a:ext uri="{FF2B5EF4-FFF2-40B4-BE49-F238E27FC236}">
                  <a16:creationId xmlns:a16="http://schemas.microsoft.com/office/drawing/2014/main" id="{EAFCAB1A-8C86-7B8E-B3A1-0FC0EB0F078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0">
              <a:extLst>
                <a:ext uri="{FF2B5EF4-FFF2-40B4-BE49-F238E27FC236}">
                  <a16:creationId xmlns:a16="http://schemas.microsoft.com/office/drawing/2014/main" id="{C59F404A-E4FA-C324-F23B-676DCC1C381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1">
              <a:extLst>
                <a:ext uri="{FF2B5EF4-FFF2-40B4-BE49-F238E27FC236}">
                  <a16:creationId xmlns:a16="http://schemas.microsoft.com/office/drawing/2014/main" id="{61A5E6D2-7A2A-349F-A0D0-E46E37CE5EC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2">
              <a:extLst>
                <a:ext uri="{FF2B5EF4-FFF2-40B4-BE49-F238E27FC236}">
                  <a16:creationId xmlns:a16="http://schemas.microsoft.com/office/drawing/2014/main" id="{E9EB6EB4-652E-2FBE-F544-D8124D92EB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7437039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2787076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A6C8BC"/>
                </a:solidFill>
              </a:defRPr>
            </a:lvl1pPr>
          </a:lstStyle>
          <a:p>
            <a:r>
              <a:rPr lang="en-CA" dirty="0"/>
              <a:t>Enter an impressive statistic or fact. e.g. 98% of Algonquin students have been hired immediately after graduation.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2125170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287077" y="6561978"/>
            <a:ext cx="9683434" cy="388804"/>
          </a:xfr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7787131-6E09-7021-5F2F-F04559DDEF03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0" name="Freeform 221">
              <a:extLst>
                <a:ext uri="{FF2B5EF4-FFF2-40B4-BE49-F238E27FC236}">
                  <a16:creationId xmlns:a16="http://schemas.microsoft.com/office/drawing/2014/main" id="{D3E43EA1-A97B-BB1D-2757-D7544A22A7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22">
              <a:extLst>
                <a:ext uri="{FF2B5EF4-FFF2-40B4-BE49-F238E27FC236}">
                  <a16:creationId xmlns:a16="http://schemas.microsoft.com/office/drawing/2014/main" id="{1B6BDB0C-A635-021D-5F55-D429B1215B7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Rectangle 223">
              <a:extLst>
                <a:ext uri="{FF2B5EF4-FFF2-40B4-BE49-F238E27FC236}">
                  <a16:creationId xmlns:a16="http://schemas.microsoft.com/office/drawing/2014/main" id="{E8F49CCA-2EA2-CCFC-91FD-CD9587060FC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4">
              <a:extLst>
                <a:ext uri="{FF2B5EF4-FFF2-40B4-BE49-F238E27FC236}">
                  <a16:creationId xmlns:a16="http://schemas.microsoft.com/office/drawing/2014/main" id="{77FACDE4-D3CD-89FF-9E65-E846B38565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5">
              <a:extLst>
                <a:ext uri="{FF2B5EF4-FFF2-40B4-BE49-F238E27FC236}">
                  <a16:creationId xmlns:a16="http://schemas.microsoft.com/office/drawing/2014/main" id="{F1D2C0E2-A084-A804-E906-E7EF8449C20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6">
              <a:extLst>
                <a:ext uri="{FF2B5EF4-FFF2-40B4-BE49-F238E27FC236}">
                  <a16:creationId xmlns:a16="http://schemas.microsoft.com/office/drawing/2014/main" id="{ADB3E4E2-1B40-F9A1-C8F4-BBFE4DE3EBC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7">
              <a:extLst>
                <a:ext uri="{FF2B5EF4-FFF2-40B4-BE49-F238E27FC236}">
                  <a16:creationId xmlns:a16="http://schemas.microsoft.com/office/drawing/2014/main" id="{6C2F06A7-3146-055F-D30E-AE792211FD1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8">
              <a:extLst>
                <a:ext uri="{FF2B5EF4-FFF2-40B4-BE49-F238E27FC236}">
                  <a16:creationId xmlns:a16="http://schemas.microsoft.com/office/drawing/2014/main" id="{F54D832C-7EBF-AD76-8EED-4879A5DC6A2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9">
              <a:extLst>
                <a:ext uri="{FF2B5EF4-FFF2-40B4-BE49-F238E27FC236}">
                  <a16:creationId xmlns:a16="http://schemas.microsoft.com/office/drawing/2014/main" id="{270BB005-1AEE-3B0F-A234-60B3DF1B81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30">
              <a:extLst>
                <a:ext uri="{FF2B5EF4-FFF2-40B4-BE49-F238E27FC236}">
                  <a16:creationId xmlns:a16="http://schemas.microsoft.com/office/drawing/2014/main" id="{61D19D6C-94C1-C015-DAC9-28803F2CB23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1">
              <a:extLst>
                <a:ext uri="{FF2B5EF4-FFF2-40B4-BE49-F238E27FC236}">
                  <a16:creationId xmlns:a16="http://schemas.microsoft.com/office/drawing/2014/main" id="{D531DA23-C0A4-2251-E14B-B440428AE50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2">
              <a:extLst>
                <a:ext uri="{FF2B5EF4-FFF2-40B4-BE49-F238E27FC236}">
                  <a16:creationId xmlns:a16="http://schemas.microsoft.com/office/drawing/2014/main" id="{4B44FBC4-4FE1-ACDD-043B-3090A157F4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3">
              <a:extLst>
                <a:ext uri="{FF2B5EF4-FFF2-40B4-BE49-F238E27FC236}">
                  <a16:creationId xmlns:a16="http://schemas.microsoft.com/office/drawing/2014/main" id="{F784C1A0-F55D-E08A-CEA9-1337A282F1F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4">
              <a:extLst>
                <a:ext uri="{FF2B5EF4-FFF2-40B4-BE49-F238E27FC236}">
                  <a16:creationId xmlns:a16="http://schemas.microsoft.com/office/drawing/2014/main" id="{7061A227-4512-5B35-F4E8-A3EE7611B3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5">
              <a:extLst>
                <a:ext uri="{FF2B5EF4-FFF2-40B4-BE49-F238E27FC236}">
                  <a16:creationId xmlns:a16="http://schemas.microsoft.com/office/drawing/2014/main" id="{8D514A82-A422-FC33-43AA-B9E1F57342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6">
              <a:extLst>
                <a:ext uri="{FF2B5EF4-FFF2-40B4-BE49-F238E27FC236}">
                  <a16:creationId xmlns:a16="http://schemas.microsoft.com/office/drawing/2014/main" id="{304FE8D1-598A-84A4-108F-3D6F4F8945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7">
              <a:extLst>
                <a:ext uri="{FF2B5EF4-FFF2-40B4-BE49-F238E27FC236}">
                  <a16:creationId xmlns:a16="http://schemas.microsoft.com/office/drawing/2014/main" id="{284946FF-EB83-7E8D-3288-6BCE013EC2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8">
              <a:extLst>
                <a:ext uri="{FF2B5EF4-FFF2-40B4-BE49-F238E27FC236}">
                  <a16:creationId xmlns:a16="http://schemas.microsoft.com/office/drawing/2014/main" id="{0C2B332C-1F04-F174-FCA1-B24B4886CD1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Rectangle 239">
              <a:extLst>
                <a:ext uri="{FF2B5EF4-FFF2-40B4-BE49-F238E27FC236}">
                  <a16:creationId xmlns:a16="http://schemas.microsoft.com/office/drawing/2014/main" id="{D4CA2F00-7FF6-D1D2-572F-530A1FA9EBC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40">
              <a:extLst>
                <a:ext uri="{FF2B5EF4-FFF2-40B4-BE49-F238E27FC236}">
                  <a16:creationId xmlns:a16="http://schemas.microsoft.com/office/drawing/2014/main" id="{22D3C5AB-41A5-A900-6E0F-E9B2F21001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1">
              <a:extLst>
                <a:ext uri="{FF2B5EF4-FFF2-40B4-BE49-F238E27FC236}">
                  <a16:creationId xmlns:a16="http://schemas.microsoft.com/office/drawing/2014/main" id="{3D54016E-4422-0495-6301-C67DB684F83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2">
              <a:extLst>
                <a:ext uri="{FF2B5EF4-FFF2-40B4-BE49-F238E27FC236}">
                  <a16:creationId xmlns:a16="http://schemas.microsoft.com/office/drawing/2014/main" id="{CB9FA931-0345-95BC-1DC0-526B7BB006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8602353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3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ampus-scape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5700"/>
            <a:ext cx="16256000" cy="4178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1313874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A6C8BC"/>
                </a:solidFill>
              </a:defRPr>
            </a:lvl1pPr>
          </a:lstStyle>
          <a:p>
            <a:r>
              <a:rPr lang="en-CA" dirty="0"/>
              <a:t>Enter an impressive statistic or fact. e.g. We raised $1,000,000 this year. Highlight a number by making it bold and white.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651968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B67F1BC-0EB9-30A7-ABB7-2155339F6A25}"/>
              </a:ext>
            </a:extLst>
          </p:cNvPr>
          <p:cNvGrpSpPr/>
          <p:nvPr userDrawn="1"/>
        </p:nvGrpSpPr>
        <p:grpSpPr>
          <a:xfrm>
            <a:off x="12409276" y="592757"/>
            <a:ext cx="3201719" cy="558800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" name="Freeform 221">
              <a:extLst>
                <a:ext uri="{FF2B5EF4-FFF2-40B4-BE49-F238E27FC236}">
                  <a16:creationId xmlns:a16="http://schemas.microsoft.com/office/drawing/2014/main" id="{2A6164EC-17B8-7DA7-23FF-DFE57BD20E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22">
              <a:extLst>
                <a:ext uri="{FF2B5EF4-FFF2-40B4-BE49-F238E27FC236}">
                  <a16:creationId xmlns:a16="http://schemas.microsoft.com/office/drawing/2014/main" id="{108DC7AB-F454-E011-9FF3-8DE7244129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Rectangle 223">
              <a:extLst>
                <a:ext uri="{FF2B5EF4-FFF2-40B4-BE49-F238E27FC236}">
                  <a16:creationId xmlns:a16="http://schemas.microsoft.com/office/drawing/2014/main" id="{BAD11E97-8343-2736-F747-DEC8485502E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4">
              <a:extLst>
                <a:ext uri="{FF2B5EF4-FFF2-40B4-BE49-F238E27FC236}">
                  <a16:creationId xmlns:a16="http://schemas.microsoft.com/office/drawing/2014/main" id="{92C97359-9094-4863-2A76-B6F7060872F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25">
              <a:extLst>
                <a:ext uri="{FF2B5EF4-FFF2-40B4-BE49-F238E27FC236}">
                  <a16:creationId xmlns:a16="http://schemas.microsoft.com/office/drawing/2014/main" id="{23F1C8A5-8A6B-D23A-CFFC-A6697F79462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226">
              <a:extLst>
                <a:ext uri="{FF2B5EF4-FFF2-40B4-BE49-F238E27FC236}">
                  <a16:creationId xmlns:a16="http://schemas.microsoft.com/office/drawing/2014/main" id="{CD3A5210-1E40-A27D-34B8-C8AE8150003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227">
              <a:extLst>
                <a:ext uri="{FF2B5EF4-FFF2-40B4-BE49-F238E27FC236}">
                  <a16:creationId xmlns:a16="http://schemas.microsoft.com/office/drawing/2014/main" id="{05E44911-DD90-0634-C063-A313420E7A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8">
              <a:extLst>
                <a:ext uri="{FF2B5EF4-FFF2-40B4-BE49-F238E27FC236}">
                  <a16:creationId xmlns:a16="http://schemas.microsoft.com/office/drawing/2014/main" id="{2481CAD2-4D8A-8836-DEC8-A828218CDED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29">
              <a:extLst>
                <a:ext uri="{FF2B5EF4-FFF2-40B4-BE49-F238E27FC236}">
                  <a16:creationId xmlns:a16="http://schemas.microsoft.com/office/drawing/2014/main" id="{B0E15478-8EEA-09B5-48E0-EB0D4739B4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230">
              <a:extLst>
                <a:ext uri="{FF2B5EF4-FFF2-40B4-BE49-F238E27FC236}">
                  <a16:creationId xmlns:a16="http://schemas.microsoft.com/office/drawing/2014/main" id="{4FF6BD42-7CF5-6EE3-2254-F70EFE68178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231">
              <a:extLst>
                <a:ext uri="{FF2B5EF4-FFF2-40B4-BE49-F238E27FC236}">
                  <a16:creationId xmlns:a16="http://schemas.microsoft.com/office/drawing/2014/main" id="{AF3ED2BF-B5F5-3AE5-17DA-A3E0A7DE07C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32">
              <a:extLst>
                <a:ext uri="{FF2B5EF4-FFF2-40B4-BE49-F238E27FC236}">
                  <a16:creationId xmlns:a16="http://schemas.microsoft.com/office/drawing/2014/main" id="{D0CCF775-039A-62E8-A819-B4B0B1AB032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33">
              <a:extLst>
                <a:ext uri="{FF2B5EF4-FFF2-40B4-BE49-F238E27FC236}">
                  <a16:creationId xmlns:a16="http://schemas.microsoft.com/office/drawing/2014/main" id="{39380849-6FE7-52E0-C631-94E557B6057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4">
              <a:extLst>
                <a:ext uri="{FF2B5EF4-FFF2-40B4-BE49-F238E27FC236}">
                  <a16:creationId xmlns:a16="http://schemas.microsoft.com/office/drawing/2014/main" id="{B67CEAE1-A9FA-219B-D023-657C1B9D296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5">
              <a:extLst>
                <a:ext uri="{FF2B5EF4-FFF2-40B4-BE49-F238E27FC236}">
                  <a16:creationId xmlns:a16="http://schemas.microsoft.com/office/drawing/2014/main" id="{D2C42C4F-F1C9-7060-D593-8385E5751D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6">
              <a:extLst>
                <a:ext uri="{FF2B5EF4-FFF2-40B4-BE49-F238E27FC236}">
                  <a16:creationId xmlns:a16="http://schemas.microsoft.com/office/drawing/2014/main" id="{053CB5F6-87E4-C355-00EE-409DE1DDAFC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7">
              <a:extLst>
                <a:ext uri="{FF2B5EF4-FFF2-40B4-BE49-F238E27FC236}">
                  <a16:creationId xmlns:a16="http://schemas.microsoft.com/office/drawing/2014/main" id="{5D606773-CC2A-1DF5-9EE4-9F2EB1E75C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8">
              <a:extLst>
                <a:ext uri="{FF2B5EF4-FFF2-40B4-BE49-F238E27FC236}">
                  <a16:creationId xmlns:a16="http://schemas.microsoft.com/office/drawing/2014/main" id="{C4465440-B5F8-D22A-5DF7-88EAC11128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Rectangle 239">
              <a:extLst>
                <a:ext uri="{FF2B5EF4-FFF2-40B4-BE49-F238E27FC236}">
                  <a16:creationId xmlns:a16="http://schemas.microsoft.com/office/drawing/2014/main" id="{C2048FAE-72C4-B863-C364-181DB2FF9B3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40">
              <a:extLst>
                <a:ext uri="{FF2B5EF4-FFF2-40B4-BE49-F238E27FC236}">
                  <a16:creationId xmlns:a16="http://schemas.microsoft.com/office/drawing/2014/main" id="{2AB882C4-2AA8-88CF-B00A-DE5C6A3D18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41">
              <a:extLst>
                <a:ext uri="{FF2B5EF4-FFF2-40B4-BE49-F238E27FC236}">
                  <a16:creationId xmlns:a16="http://schemas.microsoft.com/office/drawing/2014/main" id="{B1D31E36-CC2C-2B5D-9779-DBAC2CABBF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42">
              <a:extLst>
                <a:ext uri="{FF2B5EF4-FFF2-40B4-BE49-F238E27FC236}">
                  <a16:creationId xmlns:a16="http://schemas.microsoft.com/office/drawing/2014/main" id="{19184739-01A5-0961-2D1D-987A8B109B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219924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ampus-scap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5700"/>
            <a:ext cx="16256000" cy="4178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1313874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Enter an impressive statistic or fact. e.g. We raised $1,000,000 this year. Highlight a number by making it bold and 100% green.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651968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E2CEEFE-D71C-1E8F-EEBF-27331CCA066A}"/>
              </a:ext>
            </a:extLst>
          </p:cNvPr>
          <p:cNvGrpSpPr/>
          <p:nvPr userDrawn="1"/>
        </p:nvGrpSpPr>
        <p:grpSpPr>
          <a:xfrm>
            <a:off x="12409276" y="592757"/>
            <a:ext cx="3201719" cy="558800"/>
            <a:chOff x="609600" y="3803651"/>
            <a:chExt cx="5248276" cy="915988"/>
          </a:xfrm>
          <a:solidFill>
            <a:srgbClr val="1E6040"/>
          </a:solidFill>
        </p:grpSpPr>
        <p:sp>
          <p:nvSpPr>
            <p:cNvPr id="26" name="Freeform 221">
              <a:extLst>
                <a:ext uri="{FF2B5EF4-FFF2-40B4-BE49-F238E27FC236}">
                  <a16:creationId xmlns:a16="http://schemas.microsoft.com/office/drawing/2014/main" id="{86297EF7-FECD-3335-69DA-E8082F8625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2">
              <a:extLst>
                <a:ext uri="{FF2B5EF4-FFF2-40B4-BE49-F238E27FC236}">
                  <a16:creationId xmlns:a16="http://schemas.microsoft.com/office/drawing/2014/main" id="{4FCAE9D0-E380-7A8F-CFD5-B628A7798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Rectangle 223">
              <a:extLst>
                <a:ext uri="{FF2B5EF4-FFF2-40B4-BE49-F238E27FC236}">
                  <a16:creationId xmlns:a16="http://schemas.microsoft.com/office/drawing/2014/main" id="{D629A17A-6C03-E3D9-14F2-22D7C4C1103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24">
              <a:extLst>
                <a:ext uri="{FF2B5EF4-FFF2-40B4-BE49-F238E27FC236}">
                  <a16:creationId xmlns:a16="http://schemas.microsoft.com/office/drawing/2014/main" id="{2E9D1F74-0259-DFB0-3D7E-5E27581B2A2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25">
              <a:extLst>
                <a:ext uri="{FF2B5EF4-FFF2-40B4-BE49-F238E27FC236}">
                  <a16:creationId xmlns:a16="http://schemas.microsoft.com/office/drawing/2014/main" id="{A08AEAEF-4E2F-06AC-F86B-EF6276DE207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26">
              <a:extLst>
                <a:ext uri="{FF2B5EF4-FFF2-40B4-BE49-F238E27FC236}">
                  <a16:creationId xmlns:a16="http://schemas.microsoft.com/office/drawing/2014/main" id="{27E3165A-20C0-C590-6F34-4A3B4A3E027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2" name="Freeform 227">
              <a:extLst>
                <a:ext uri="{FF2B5EF4-FFF2-40B4-BE49-F238E27FC236}">
                  <a16:creationId xmlns:a16="http://schemas.microsoft.com/office/drawing/2014/main" id="{8D4561C8-8A37-54FF-9FB7-E7686359FF4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8">
              <a:extLst>
                <a:ext uri="{FF2B5EF4-FFF2-40B4-BE49-F238E27FC236}">
                  <a16:creationId xmlns:a16="http://schemas.microsoft.com/office/drawing/2014/main" id="{B1DD9669-915E-05EE-D085-46101D54ACB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9">
              <a:extLst>
                <a:ext uri="{FF2B5EF4-FFF2-40B4-BE49-F238E27FC236}">
                  <a16:creationId xmlns:a16="http://schemas.microsoft.com/office/drawing/2014/main" id="{297CD727-10AC-9979-E2CD-7222916B0B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30">
              <a:extLst>
                <a:ext uri="{FF2B5EF4-FFF2-40B4-BE49-F238E27FC236}">
                  <a16:creationId xmlns:a16="http://schemas.microsoft.com/office/drawing/2014/main" id="{A434F7D4-0FB1-779D-AFE5-7470FDE653D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31">
              <a:extLst>
                <a:ext uri="{FF2B5EF4-FFF2-40B4-BE49-F238E27FC236}">
                  <a16:creationId xmlns:a16="http://schemas.microsoft.com/office/drawing/2014/main" id="{27E53208-5E27-45D6-4929-F4E6096DFC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32">
              <a:extLst>
                <a:ext uri="{FF2B5EF4-FFF2-40B4-BE49-F238E27FC236}">
                  <a16:creationId xmlns:a16="http://schemas.microsoft.com/office/drawing/2014/main" id="{7012A2F7-103A-71D6-8733-F9772EEFD02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33">
              <a:extLst>
                <a:ext uri="{FF2B5EF4-FFF2-40B4-BE49-F238E27FC236}">
                  <a16:creationId xmlns:a16="http://schemas.microsoft.com/office/drawing/2014/main" id="{D99F6983-597D-E6A8-75C8-80E4273AE18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34">
              <a:extLst>
                <a:ext uri="{FF2B5EF4-FFF2-40B4-BE49-F238E27FC236}">
                  <a16:creationId xmlns:a16="http://schemas.microsoft.com/office/drawing/2014/main" id="{A6AF735F-F67C-77B7-09CD-9792FC68D5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5">
              <a:extLst>
                <a:ext uri="{FF2B5EF4-FFF2-40B4-BE49-F238E27FC236}">
                  <a16:creationId xmlns:a16="http://schemas.microsoft.com/office/drawing/2014/main" id="{89EC10C7-4B69-F41F-EC24-8629B712D75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6">
              <a:extLst>
                <a:ext uri="{FF2B5EF4-FFF2-40B4-BE49-F238E27FC236}">
                  <a16:creationId xmlns:a16="http://schemas.microsoft.com/office/drawing/2014/main" id="{45FC877E-FE8D-3256-CE4E-E9C4A1675EB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7">
              <a:extLst>
                <a:ext uri="{FF2B5EF4-FFF2-40B4-BE49-F238E27FC236}">
                  <a16:creationId xmlns:a16="http://schemas.microsoft.com/office/drawing/2014/main" id="{3EEC38F2-BEE2-DAF4-3ACF-7510EA61803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8">
              <a:extLst>
                <a:ext uri="{FF2B5EF4-FFF2-40B4-BE49-F238E27FC236}">
                  <a16:creationId xmlns:a16="http://schemas.microsoft.com/office/drawing/2014/main" id="{663733B6-B3DB-8046-4524-59E7F5F1950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Rectangle 239">
              <a:extLst>
                <a:ext uri="{FF2B5EF4-FFF2-40B4-BE49-F238E27FC236}">
                  <a16:creationId xmlns:a16="http://schemas.microsoft.com/office/drawing/2014/main" id="{50F37BE5-50B9-BCD4-3AE0-930F6EB8D07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40">
              <a:extLst>
                <a:ext uri="{FF2B5EF4-FFF2-40B4-BE49-F238E27FC236}">
                  <a16:creationId xmlns:a16="http://schemas.microsoft.com/office/drawing/2014/main" id="{3F581857-80FD-5567-B1FF-8CD9EC6C8E4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41">
              <a:extLst>
                <a:ext uri="{FF2B5EF4-FFF2-40B4-BE49-F238E27FC236}">
                  <a16:creationId xmlns:a16="http://schemas.microsoft.com/office/drawing/2014/main" id="{A713F826-FCE7-73EB-63D9-DD0DFBBFEC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42">
              <a:extLst>
                <a:ext uri="{FF2B5EF4-FFF2-40B4-BE49-F238E27FC236}">
                  <a16:creationId xmlns:a16="http://schemas.microsoft.com/office/drawing/2014/main" id="{5CC88C8B-6877-C1B6-CEF8-AADCEB43F8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0269909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127735" cy="4571404"/>
          </a:xfrm>
          <a:solidFill>
            <a:schemeClr val="bg2"/>
          </a:solidFill>
          <a:ln>
            <a:noFill/>
          </a:ln>
        </p:spPr>
        <p:txBody>
          <a:bodyPr/>
          <a:lstStyle>
            <a:lvl1pPr algn="ctr">
              <a:defRPr baseline="0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this icon to insert a background photo, the resize this box so it covers the whole screen. Make sure it’s good quality.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2980794" y="2552251"/>
            <a:ext cx="10296000" cy="4039500"/>
          </a:xfrm>
          <a:solidFill>
            <a:srgbClr val="FFFFFF"/>
          </a:solidFill>
          <a:ln>
            <a:noFill/>
          </a:ln>
          <a:effectLst>
            <a:outerShdw blurRad="381000" dir="2700000" sx="98000" sy="98000" algn="tl" rotWithShape="0">
              <a:srgbClr val="000000">
                <a:alpha val="85000"/>
              </a:srgbClr>
            </a:outerShdw>
          </a:effectLst>
        </p:spPr>
        <p:txBody>
          <a:bodyPr lIns="324000" tIns="1080000" rIns="324000" bIns="1080000"/>
          <a:lstStyle>
            <a:lvl1pPr algn="ctr">
              <a:lnSpc>
                <a:spcPct val="9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$#,###,###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301893" y="3012628"/>
            <a:ext cx="9653802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 baseline="0">
                <a:solidFill>
                  <a:srgbClr val="00673E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301893" y="5643918"/>
            <a:ext cx="9653802" cy="388804"/>
          </a:xfr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8AB89DB-4CB7-BAA0-FBE2-4D5C76CB8F63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tx1"/>
          </a:solidFill>
        </p:grpSpPr>
        <p:sp>
          <p:nvSpPr>
            <p:cNvPr id="53" name="Freeform 221">
              <a:extLst>
                <a:ext uri="{FF2B5EF4-FFF2-40B4-BE49-F238E27FC236}">
                  <a16:creationId xmlns:a16="http://schemas.microsoft.com/office/drawing/2014/main" id="{E9CCDCB2-2868-F6F8-4D31-C07CD3DE6B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22">
              <a:extLst>
                <a:ext uri="{FF2B5EF4-FFF2-40B4-BE49-F238E27FC236}">
                  <a16:creationId xmlns:a16="http://schemas.microsoft.com/office/drawing/2014/main" id="{7D647F20-A1E1-0A33-3A9A-CAF802AF54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Rectangle 223">
              <a:extLst>
                <a:ext uri="{FF2B5EF4-FFF2-40B4-BE49-F238E27FC236}">
                  <a16:creationId xmlns:a16="http://schemas.microsoft.com/office/drawing/2014/main" id="{1341990B-7F1A-4BFD-5199-E3B1288382D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24">
              <a:extLst>
                <a:ext uri="{FF2B5EF4-FFF2-40B4-BE49-F238E27FC236}">
                  <a16:creationId xmlns:a16="http://schemas.microsoft.com/office/drawing/2014/main" id="{9E3DE3BC-04B4-067C-29B5-67E2C8BB019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25">
              <a:extLst>
                <a:ext uri="{FF2B5EF4-FFF2-40B4-BE49-F238E27FC236}">
                  <a16:creationId xmlns:a16="http://schemas.microsoft.com/office/drawing/2014/main" id="{169DAA7D-4736-E0E1-7DD5-98CBEE5EDA8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26">
              <a:extLst>
                <a:ext uri="{FF2B5EF4-FFF2-40B4-BE49-F238E27FC236}">
                  <a16:creationId xmlns:a16="http://schemas.microsoft.com/office/drawing/2014/main" id="{69C96DD7-D921-59E6-6F78-12C6A8919D9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227">
              <a:extLst>
                <a:ext uri="{FF2B5EF4-FFF2-40B4-BE49-F238E27FC236}">
                  <a16:creationId xmlns:a16="http://schemas.microsoft.com/office/drawing/2014/main" id="{4EDF59DA-CB90-C7AC-7CF2-BDDBE46C322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228">
              <a:extLst>
                <a:ext uri="{FF2B5EF4-FFF2-40B4-BE49-F238E27FC236}">
                  <a16:creationId xmlns:a16="http://schemas.microsoft.com/office/drawing/2014/main" id="{8E98D7E9-864C-622F-6EDB-27ADE44F171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229">
              <a:extLst>
                <a:ext uri="{FF2B5EF4-FFF2-40B4-BE49-F238E27FC236}">
                  <a16:creationId xmlns:a16="http://schemas.microsoft.com/office/drawing/2014/main" id="{BCF56232-6E89-42D5-3D5B-3718CCE46D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230">
              <a:extLst>
                <a:ext uri="{FF2B5EF4-FFF2-40B4-BE49-F238E27FC236}">
                  <a16:creationId xmlns:a16="http://schemas.microsoft.com/office/drawing/2014/main" id="{15BE84B6-E036-929B-DEB9-BFE9A667495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231">
              <a:extLst>
                <a:ext uri="{FF2B5EF4-FFF2-40B4-BE49-F238E27FC236}">
                  <a16:creationId xmlns:a16="http://schemas.microsoft.com/office/drawing/2014/main" id="{6ABCE29F-6530-753D-60D0-1B1BB030C58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232">
              <a:extLst>
                <a:ext uri="{FF2B5EF4-FFF2-40B4-BE49-F238E27FC236}">
                  <a16:creationId xmlns:a16="http://schemas.microsoft.com/office/drawing/2014/main" id="{B190E16D-E7D6-A1A6-6A43-45BF6B21C3A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233">
              <a:extLst>
                <a:ext uri="{FF2B5EF4-FFF2-40B4-BE49-F238E27FC236}">
                  <a16:creationId xmlns:a16="http://schemas.microsoft.com/office/drawing/2014/main" id="{435EC608-1EDD-F8CD-02E4-1B7F46FF12F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234">
              <a:extLst>
                <a:ext uri="{FF2B5EF4-FFF2-40B4-BE49-F238E27FC236}">
                  <a16:creationId xmlns:a16="http://schemas.microsoft.com/office/drawing/2014/main" id="{E5FBE253-3BC5-4BCB-5E6A-2FFC3B3D69E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235">
              <a:extLst>
                <a:ext uri="{FF2B5EF4-FFF2-40B4-BE49-F238E27FC236}">
                  <a16:creationId xmlns:a16="http://schemas.microsoft.com/office/drawing/2014/main" id="{154746AA-F147-83CB-BD8B-C497B78EA7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236">
              <a:extLst>
                <a:ext uri="{FF2B5EF4-FFF2-40B4-BE49-F238E27FC236}">
                  <a16:creationId xmlns:a16="http://schemas.microsoft.com/office/drawing/2014/main" id="{B33C2EC8-0BCD-BC84-C4F2-3CE5013A21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237">
              <a:extLst>
                <a:ext uri="{FF2B5EF4-FFF2-40B4-BE49-F238E27FC236}">
                  <a16:creationId xmlns:a16="http://schemas.microsoft.com/office/drawing/2014/main" id="{291AFA4C-744A-2617-1453-9CBFF738BE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238">
              <a:extLst>
                <a:ext uri="{FF2B5EF4-FFF2-40B4-BE49-F238E27FC236}">
                  <a16:creationId xmlns:a16="http://schemas.microsoft.com/office/drawing/2014/main" id="{7946A268-2767-97C5-A8C7-7C79086043B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Rectangle 239">
              <a:extLst>
                <a:ext uri="{FF2B5EF4-FFF2-40B4-BE49-F238E27FC236}">
                  <a16:creationId xmlns:a16="http://schemas.microsoft.com/office/drawing/2014/main" id="{8D0FE213-7095-A75F-3AF3-FA31CAD2F8A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240">
              <a:extLst>
                <a:ext uri="{FF2B5EF4-FFF2-40B4-BE49-F238E27FC236}">
                  <a16:creationId xmlns:a16="http://schemas.microsoft.com/office/drawing/2014/main" id="{F407BC32-27A8-6F2D-AB0D-84B25E0F4DB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241">
              <a:extLst>
                <a:ext uri="{FF2B5EF4-FFF2-40B4-BE49-F238E27FC236}">
                  <a16:creationId xmlns:a16="http://schemas.microsoft.com/office/drawing/2014/main" id="{258F87A0-05EA-7371-A842-E57E85E2A1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242">
              <a:extLst>
                <a:ext uri="{FF2B5EF4-FFF2-40B4-BE49-F238E27FC236}">
                  <a16:creationId xmlns:a16="http://schemas.microsoft.com/office/drawing/2014/main" id="{75378D2F-75A1-55FE-0436-2552610820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121046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7484181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7484182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 slide with a right-aligned image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18825" y="6267279"/>
            <a:ext cx="4978238" cy="1268053"/>
          </a:xfrm>
        </p:spPr>
        <p:txBody>
          <a:bodyPr anchor="b"/>
          <a:lstStyle>
            <a:lvl1pPr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9346896" y="853030"/>
            <a:ext cx="6910691" cy="6682303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9346896" y="5489054"/>
            <a:ext cx="5029037" cy="778226"/>
          </a:xfrm>
          <a:solidFill>
            <a:srgbClr val="589278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7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F0244F4-0A2A-B73E-3170-631F6D88AFB1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3" name="Freeform 221">
              <a:extLst>
                <a:ext uri="{FF2B5EF4-FFF2-40B4-BE49-F238E27FC236}">
                  <a16:creationId xmlns:a16="http://schemas.microsoft.com/office/drawing/2014/main" id="{F1D37260-BCC4-17F8-9CB5-2D5124D3E47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2">
              <a:extLst>
                <a:ext uri="{FF2B5EF4-FFF2-40B4-BE49-F238E27FC236}">
                  <a16:creationId xmlns:a16="http://schemas.microsoft.com/office/drawing/2014/main" id="{771B6097-D9B7-4D97-A6D9-E29C5C9ACF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Rectangle 223">
              <a:extLst>
                <a:ext uri="{FF2B5EF4-FFF2-40B4-BE49-F238E27FC236}">
                  <a16:creationId xmlns:a16="http://schemas.microsoft.com/office/drawing/2014/main" id="{C6B12AF7-41AE-8065-2BFD-13D327A6094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4">
              <a:extLst>
                <a:ext uri="{FF2B5EF4-FFF2-40B4-BE49-F238E27FC236}">
                  <a16:creationId xmlns:a16="http://schemas.microsoft.com/office/drawing/2014/main" id="{0C8A303E-B1D0-51F9-2E45-7F1C1A14265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5">
              <a:extLst>
                <a:ext uri="{FF2B5EF4-FFF2-40B4-BE49-F238E27FC236}">
                  <a16:creationId xmlns:a16="http://schemas.microsoft.com/office/drawing/2014/main" id="{CC0F40F6-BBC5-4C4C-6037-0A5ABE0FEA2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6">
              <a:extLst>
                <a:ext uri="{FF2B5EF4-FFF2-40B4-BE49-F238E27FC236}">
                  <a16:creationId xmlns:a16="http://schemas.microsoft.com/office/drawing/2014/main" id="{EBDFA38E-A33B-BA53-AB96-588A2D55624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7">
              <a:extLst>
                <a:ext uri="{FF2B5EF4-FFF2-40B4-BE49-F238E27FC236}">
                  <a16:creationId xmlns:a16="http://schemas.microsoft.com/office/drawing/2014/main" id="{6753DB62-9FFD-03B0-564D-39BD3155C47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8">
              <a:extLst>
                <a:ext uri="{FF2B5EF4-FFF2-40B4-BE49-F238E27FC236}">
                  <a16:creationId xmlns:a16="http://schemas.microsoft.com/office/drawing/2014/main" id="{695F7B2F-368B-DFAD-6659-9A5938B3446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9">
              <a:extLst>
                <a:ext uri="{FF2B5EF4-FFF2-40B4-BE49-F238E27FC236}">
                  <a16:creationId xmlns:a16="http://schemas.microsoft.com/office/drawing/2014/main" id="{CE73EC05-3E80-4D14-2FE1-9BF3332D35C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0">
              <a:extLst>
                <a:ext uri="{FF2B5EF4-FFF2-40B4-BE49-F238E27FC236}">
                  <a16:creationId xmlns:a16="http://schemas.microsoft.com/office/drawing/2014/main" id="{8DA2C592-9188-2AC8-AAC6-DA6F2E0AF9C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1">
              <a:extLst>
                <a:ext uri="{FF2B5EF4-FFF2-40B4-BE49-F238E27FC236}">
                  <a16:creationId xmlns:a16="http://schemas.microsoft.com/office/drawing/2014/main" id="{E967F409-C7C8-2ADD-9860-0F4BD5D7A8B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2">
              <a:extLst>
                <a:ext uri="{FF2B5EF4-FFF2-40B4-BE49-F238E27FC236}">
                  <a16:creationId xmlns:a16="http://schemas.microsoft.com/office/drawing/2014/main" id="{EA2175D2-E22C-47E6-20B5-CB2A068C50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3">
              <a:extLst>
                <a:ext uri="{FF2B5EF4-FFF2-40B4-BE49-F238E27FC236}">
                  <a16:creationId xmlns:a16="http://schemas.microsoft.com/office/drawing/2014/main" id="{4D850515-9E93-C677-918B-E5FD083857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4">
              <a:extLst>
                <a:ext uri="{FF2B5EF4-FFF2-40B4-BE49-F238E27FC236}">
                  <a16:creationId xmlns:a16="http://schemas.microsoft.com/office/drawing/2014/main" id="{AC74322A-5DCE-F313-4D27-5AE80D2C9CA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5">
              <a:extLst>
                <a:ext uri="{FF2B5EF4-FFF2-40B4-BE49-F238E27FC236}">
                  <a16:creationId xmlns:a16="http://schemas.microsoft.com/office/drawing/2014/main" id="{EDF5FD35-F5BD-5A6B-ECC7-9117C60D23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6">
              <a:extLst>
                <a:ext uri="{FF2B5EF4-FFF2-40B4-BE49-F238E27FC236}">
                  <a16:creationId xmlns:a16="http://schemas.microsoft.com/office/drawing/2014/main" id="{78BE0F37-B582-CB4F-8DF0-8F001909796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7">
              <a:extLst>
                <a:ext uri="{FF2B5EF4-FFF2-40B4-BE49-F238E27FC236}">
                  <a16:creationId xmlns:a16="http://schemas.microsoft.com/office/drawing/2014/main" id="{8134E957-69F3-F25B-1FBF-023350FC30E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8">
              <a:extLst>
                <a:ext uri="{FF2B5EF4-FFF2-40B4-BE49-F238E27FC236}">
                  <a16:creationId xmlns:a16="http://schemas.microsoft.com/office/drawing/2014/main" id="{5B7EA1C2-FB20-0F45-311C-C23AF7D77B5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Rectangle 239">
              <a:extLst>
                <a:ext uri="{FF2B5EF4-FFF2-40B4-BE49-F238E27FC236}">
                  <a16:creationId xmlns:a16="http://schemas.microsoft.com/office/drawing/2014/main" id="{BBC22C49-7B8B-1278-8B8A-F53E557FFF6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0">
              <a:extLst>
                <a:ext uri="{FF2B5EF4-FFF2-40B4-BE49-F238E27FC236}">
                  <a16:creationId xmlns:a16="http://schemas.microsoft.com/office/drawing/2014/main" id="{48942F3F-E510-9A4C-E4F7-D99A195AFCA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41">
              <a:extLst>
                <a:ext uri="{FF2B5EF4-FFF2-40B4-BE49-F238E27FC236}">
                  <a16:creationId xmlns:a16="http://schemas.microsoft.com/office/drawing/2014/main" id="{91D79448-876B-28AF-25B0-8E9C36342C8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2">
              <a:extLst>
                <a:ext uri="{FF2B5EF4-FFF2-40B4-BE49-F238E27FC236}">
                  <a16:creationId xmlns:a16="http://schemas.microsoft.com/office/drawing/2014/main" id="{F6B3F93D-BF71-7168-9155-4AD743247F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633475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7992382" y="2404534"/>
            <a:ext cx="7484181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992381" y="768365"/>
            <a:ext cx="7484182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 slide with a left-aligned image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7992381" y="6267279"/>
            <a:ext cx="4978238" cy="1268053"/>
          </a:xfrm>
        </p:spPr>
        <p:txBody>
          <a:bodyPr anchor="b"/>
          <a:lstStyle>
            <a:lvl1pPr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853030"/>
            <a:ext cx="6910691" cy="6682303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0" y="5489054"/>
            <a:ext cx="5029037" cy="778226"/>
          </a:xfrm>
          <a:solidFill>
            <a:srgbClr val="589278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6" name="Picture 15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F328B7F-C21D-D1A1-3F5C-DF3CCFC1668B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3" name="Freeform 221">
              <a:extLst>
                <a:ext uri="{FF2B5EF4-FFF2-40B4-BE49-F238E27FC236}">
                  <a16:creationId xmlns:a16="http://schemas.microsoft.com/office/drawing/2014/main" id="{0CDD3A7F-BF20-4A49-4799-17DD349DFE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2">
              <a:extLst>
                <a:ext uri="{FF2B5EF4-FFF2-40B4-BE49-F238E27FC236}">
                  <a16:creationId xmlns:a16="http://schemas.microsoft.com/office/drawing/2014/main" id="{ADCFD3FB-E85F-F592-BB2C-26BD377A62B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Rectangle 223">
              <a:extLst>
                <a:ext uri="{FF2B5EF4-FFF2-40B4-BE49-F238E27FC236}">
                  <a16:creationId xmlns:a16="http://schemas.microsoft.com/office/drawing/2014/main" id="{0175F223-F267-11CD-18A3-0D726C8B0CC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4">
              <a:extLst>
                <a:ext uri="{FF2B5EF4-FFF2-40B4-BE49-F238E27FC236}">
                  <a16:creationId xmlns:a16="http://schemas.microsoft.com/office/drawing/2014/main" id="{725392FA-386A-5625-5E7B-E715D1832D5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5">
              <a:extLst>
                <a:ext uri="{FF2B5EF4-FFF2-40B4-BE49-F238E27FC236}">
                  <a16:creationId xmlns:a16="http://schemas.microsoft.com/office/drawing/2014/main" id="{D43A2118-B424-090D-B0D1-867BEA76D71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6">
              <a:extLst>
                <a:ext uri="{FF2B5EF4-FFF2-40B4-BE49-F238E27FC236}">
                  <a16:creationId xmlns:a16="http://schemas.microsoft.com/office/drawing/2014/main" id="{1060B36C-45FE-0E86-C98D-DF03B34CA7A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7">
              <a:extLst>
                <a:ext uri="{FF2B5EF4-FFF2-40B4-BE49-F238E27FC236}">
                  <a16:creationId xmlns:a16="http://schemas.microsoft.com/office/drawing/2014/main" id="{D3A5F121-3679-2664-2470-EDD5686A8F8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8">
              <a:extLst>
                <a:ext uri="{FF2B5EF4-FFF2-40B4-BE49-F238E27FC236}">
                  <a16:creationId xmlns:a16="http://schemas.microsoft.com/office/drawing/2014/main" id="{D019CE80-ECED-5629-CEB7-37EA09E420D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9">
              <a:extLst>
                <a:ext uri="{FF2B5EF4-FFF2-40B4-BE49-F238E27FC236}">
                  <a16:creationId xmlns:a16="http://schemas.microsoft.com/office/drawing/2014/main" id="{E21607D5-E1E5-EF2C-6733-BCDD7C5F817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0">
              <a:extLst>
                <a:ext uri="{FF2B5EF4-FFF2-40B4-BE49-F238E27FC236}">
                  <a16:creationId xmlns:a16="http://schemas.microsoft.com/office/drawing/2014/main" id="{74796883-0AB3-1543-331E-37A56D31F98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1">
              <a:extLst>
                <a:ext uri="{FF2B5EF4-FFF2-40B4-BE49-F238E27FC236}">
                  <a16:creationId xmlns:a16="http://schemas.microsoft.com/office/drawing/2014/main" id="{C86C1AC2-DE7E-9168-9327-8712DA58D75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2">
              <a:extLst>
                <a:ext uri="{FF2B5EF4-FFF2-40B4-BE49-F238E27FC236}">
                  <a16:creationId xmlns:a16="http://schemas.microsoft.com/office/drawing/2014/main" id="{12AF02EA-90F2-C227-F1E3-A37B00FCC81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3">
              <a:extLst>
                <a:ext uri="{FF2B5EF4-FFF2-40B4-BE49-F238E27FC236}">
                  <a16:creationId xmlns:a16="http://schemas.microsoft.com/office/drawing/2014/main" id="{3D269EEB-4282-160F-C686-70446C98B33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4">
              <a:extLst>
                <a:ext uri="{FF2B5EF4-FFF2-40B4-BE49-F238E27FC236}">
                  <a16:creationId xmlns:a16="http://schemas.microsoft.com/office/drawing/2014/main" id="{7E1D1103-DFE1-05D6-A404-F9ADDF7D34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5">
              <a:extLst>
                <a:ext uri="{FF2B5EF4-FFF2-40B4-BE49-F238E27FC236}">
                  <a16:creationId xmlns:a16="http://schemas.microsoft.com/office/drawing/2014/main" id="{1C019919-9138-4762-59D2-29F208AE18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6">
              <a:extLst>
                <a:ext uri="{FF2B5EF4-FFF2-40B4-BE49-F238E27FC236}">
                  <a16:creationId xmlns:a16="http://schemas.microsoft.com/office/drawing/2014/main" id="{6E8C646D-E601-5E51-27CE-B27859F188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7">
              <a:extLst>
                <a:ext uri="{FF2B5EF4-FFF2-40B4-BE49-F238E27FC236}">
                  <a16:creationId xmlns:a16="http://schemas.microsoft.com/office/drawing/2014/main" id="{A7FE2B0B-BC63-038C-2C2F-43F4FA6955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8">
              <a:extLst>
                <a:ext uri="{FF2B5EF4-FFF2-40B4-BE49-F238E27FC236}">
                  <a16:creationId xmlns:a16="http://schemas.microsoft.com/office/drawing/2014/main" id="{B825538C-EA53-57FB-27CD-A4B934AC7CE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Rectangle 239">
              <a:extLst>
                <a:ext uri="{FF2B5EF4-FFF2-40B4-BE49-F238E27FC236}">
                  <a16:creationId xmlns:a16="http://schemas.microsoft.com/office/drawing/2014/main" id="{DF65302B-6E31-722F-B948-49B35B1F110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0">
              <a:extLst>
                <a:ext uri="{FF2B5EF4-FFF2-40B4-BE49-F238E27FC236}">
                  <a16:creationId xmlns:a16="http://schemas.microsoft.com/office/drawing/2014/main" id="{7C8E3FA2-DD74-D0B9-5AE5-5C2A1747365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41">
              <a:extLst>
                <a:ext uri="{FF2B5EF4-FFF2-40B4-BE49-F238E27FC236}">
                  <a16:creationId xmlns:a16="http://schemas.microsoft.com/office/drawing/2014/main" id="{EEE3976B-EC63-F303-F025-B3E26CCF687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2">
              <a:extLst>
                <a:ext uri="{FF2B5EF4-FFF2-40B4-BE49-F238E27FC236}">
                  <a16:creationId xmlns:a16="http://schemas.microsoft.com/office/drawing/2014/main" id="{CACDB7FB-64BB-9848-AE39-C385AEB5D0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185459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Frame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86" y="0"/>
            <a:ext cx="16256402" cy="9144000"/>
          </a:xfrm>
        </p:spPr>
        <p:txBody>
          <a:bodyPr/>
          <a:lstStyle>
            <a:lvl1pPr marL="0" indent="0">
              <a:buNone/>
              <a:defRPr sz="4000" baseline="0"/>
            </a:lvl1pPr>
            <a:lvl2pPr marL="781583" indent="0">
              <a:buNone/>
              <a:defRPr sz="4800"/>
            </a:lvl2pPr>
            <a:lvl3pPr marL="1563167" indent="0">
              <a:buNone/>
              <a:defRPr sz="4100"/>
            </a:lvl3pPr>
            <a:lvl4pPr marL="2344750" indent="0">
              <a:buNone/>
              <a:defRPr sz="3400"/>
            </a:lvl4pPr>
            <a:lvl5pPr marL="3126334" indent="0">
              <a:buNone/>
              <a:defRPr sz="3400"/>
            </a:lvl5pPr>
            <a:lvl6pPr marL="3907917" indent="0">
              <a:buNone/>
              <a:defRPr sz="3400"/>
            </a:lvl6pPr>
            <a:lvl7pPr marL="4689500" indent="0">
              <a:buNone/>
              <a:defRPr sz="3400"/>
            </a:lvl7pPr>
            <a:lvl8pPr marL="5471084" indent="0">
              <a:buNone/>
              <a:defRPr sz="3400"/>
            </a:lvl8pPr>
            <a:lvl9pPr marL="6252667" indent="0">
              <a:buNone/>
              <a:defRPr sz="3400"/>
            </a:lvl9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1" y="6313857"/>
            <a:ext cx="7958408" cy="759384"/>
          </a:xfrm>
          <a:solidFill>
            <a:srgbClr val="589278"/>
          </a:solidFill>
          <a:ln>
            <a:noFill/>
          </a:ln>
        </p:spPr>
        <p:txBody>
          <a:bodyPr wrap="square" lIns="252000" tIns="180000" rIns="252000" bIns="252000" anchor="ctr">
            <a:spAutoFit/>
          </a:bodyPr>
          <a:lstStyle>
            <a:lvl1pPr>
              <a:lnSpc>
                <a:spcPct val="10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58531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ho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8332918" y="829734"/>
            <a:ext cx="7111897" cy="6696000"/>
          </a:xfrm>
        </p:spPr>
        <p:txBody>
          <a:bodyPr/>
          <a:lstStyle/>
          <a:p>
            <a:r>
              <a:rPr lang="en-US" dirty="0"/>
              <a:t>Click on this icon to insert a photo.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7" y="829734"/>
            <a:ext cx="7145633" cy="6696000"/>
          </a:xfrm>
        </p:spPr>
        <p:txBody>
          <a:bodyPr/>
          <a:lstStyle/>
          <a:p>
            <a:r>
              <a:rPr lang="en-US" dirty="0"/>
              <a:t>Click on this icon to insert a photo.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829707" y="5498998"/>
            <a:ext cx="4673447" cy="778226"/>
          </a:xfrm>
          <a:solidFill>
            <a:srgbClr val="589278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8332919" y="5498998"/>
            <a:ext cx="4654526" cy="778226"/>
          </a:xfrm>
          <a:solidFill>
            <a:srgbClr val="589278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6" name="Picture 15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F8CB2D0-4990-30BC-090E-BBB93EB7FA32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3" name="Freeform 221">
              <a:extLst>
                <a:ext uri="{FF2B5EF4-FFF2-40B4-BE49-F238E27FC236}">
                  <a16:creationId xmlns:a16="http://schemas.microsoft.com/office/drawing/2014/main" id="{BFD3159A-48A8-2E19-F5A2-1B4915F398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2">
              <a:extLst>
                <a:ext uri="{FF2B5EF4-FFF2-40B4-BE49-F238E27FC236}">
                  <a16:creationId xmlns:a16="http://schemas.microsoft.com/office/drawing/2014/main" id="{FA717CC5-EB2F-0114-50F8-7A34D5AB42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Rectangle 223">
              <a:extLst>
                <a:ext uri="{FF2B5EF4-FFF2-40B4-BE49-F238E27FC236}">
                  <a16:creationId xmlns:a16="http://schemas.microsoft.com/office/drawing/2014/main" id="{04E8E30E-7A67-56D7-52F8-4C3DEBB170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4">
              <a:extLst>
                <a:ext uri="{FF2B5EF4-FFF2-40B4-BE49-F238E27FC236}">
                  <a16:creationId xmlns:a16="http://schemas.microsoft.com/office/drawing/2014/main" id="{6ADD9EC7-1167-1299-CF05-42B27422A9D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5">
              <a:extLst>
                <a:ext uri="{FF2B5EF4-FFF2-40B4-BE49-F238E27FC236}">
                  <a16:creationId xmlns:a16="http://schemas.microsoft.com/office/drawing/2014/main" id="{882AEE94-04EF-F454-61D7-C92A5848765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6">
              <a:extLst>
                <a:ext uri="{FF2B5EF4-FFF2-40B4-BE49-F238E27FC236}">
                  <a16:creationId xmlns:a16="http://schemas.microsoft.com/office/drawing/2014/main" id="{C6F000AA-AFEE-994C-F46D-B52A1E65B07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7">
              <a:extLst>
                <a:ext uri="{FF2B5EF4-FFF2-40B4-BE49-F238E27FC236}">
                  <a16:creationId xmlns:a16="http://schemas.microsoft.com/office/drawing/2014/main" id="{C8752D77-68CF-5AFD-2D5A-40F6280501B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8">
              <a:extLst>
                <a:ext uri="{FF2B5EF4-FFF2-40B4-BE49-F238E27FC236}">
                  <a16:creationId xmlns:a16="http://schemas.microsoft.com/office/drawing/2014/main" id="{9FFC4180-602C-C09B-22BB-C89898D751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9">
              <a:extLst>
                <a:ext uri="{FF2B5EF4-FFF2-40B4-BE49-F238E27FC236}">
                  <a16:creationId xmlns:a16="http://schemas.microsoft.com/office/drawing/2014/main" id="{5F94D110-AA3C-9E19-94D4-CE2734555B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0">
              <a:extLst>
                <a:ext uri="{FF2B5EF4-FFF2-40B4-BE49-F238E27FC236}">
                  <a16:creationId xmlns:a16="http://schemas.microsoft.com/office/drawing/2014/main" id="{E5F9694F-7E1E-AE85-76EE-A54BA9FB781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1">
              <a:extLst>
                <a:ext uri="{FF2B5EF4-FFF2-40B4-BE49-F238E27FC236}">
                  <a16:creationId xmlns:a16="http://schemas.microsoft.com/office/drawing/2014/main" id="{C2E1E3AC-DE28-9554-1699-8A2BBA90C4F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2">
              <a:extLst>
                <a:ext uri="{FF2B5EF4-FFF2-40B4-BE49-F238E27FC236}">
                  <a16:creationId xmlns:a16="http://schemas.microsoft.com/office/drawing/2014/main" id="{4C095C7A-4A9C-9CA7-0AE7-C53E9409CB4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3">
              <a:extLst>
                <a:ext uri="{FF2B5EF4-FFF2-40B4-BE49-F238E27FC236}">
                  <a16:creationId xmlns:a16="http://schemas.microsoft.com/office/drawing/2014/main" id="{8128700C-870B-4890-81B7-E3A6CCC142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4">
              <a:extLst>
                <a:ext uri="{FF2B5EF4-FFF2-40B4-BE49-F238E27FC236}">
                  <a16:creationId xmlns:a16="http://schemas.microsoft.com/office/drawing/2014/main" id="{7416D757-7C37-DABE-6511-72CDDB5DF8A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5">
              <a:extLst>
                <a:ext uri="{FF2B5EF4-FFF2-40B4-BE49-F238E27FC236}">
                  <a16:creationId xmlns:a16="http://schemas.microsoft.com/office/drawing/2014/main" id="{E1303696-BFC9-650C-7978-81C6334130E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6">
              <a:extLst>
                <a:ext uri="{FF2B5EF4-FFF2-40B4-BE49-F238E27FC236}">
                  <a16:creationId xmlns:a16="http://schemas.microsoft.com/office/drawing/2014/main" id="{C3F55D5D-EDD5-F7D7-068E-F8CEFAEEA84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7">
              <a:extLst>
                <a:ext uri="{FF2B5EF4-FFF2-40B4-BE49-F238E27FC236}">
                  <a16:creationId xmlns:a16="http://schemas.microsoft.com/office/drawing/2014/main" id="{8AE2C31A-94C5-62A6-D38C-C1B85BDF094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8">
              <a:extLst>
                <a:ext uri="{FF2B5EF4-FFF2-40B4-BE49-F238E27FC236}">
                  <a16:creationId xmlns:a16="http://schemas.microsoft.com/office/drawing/2014/main" id="{80353D07-0A25-36E0-2847-2676F7D55DB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Rectangle 239">
              <a:extLst>
                <a:ext uri="{FF2B5EF4-FFF2-40B4-BE49-F238E27FC236}">
                  <a16:creationId xmlns:a16="http://schemas.microsoft.com/office/drawing/2014/main" id="{08D838C5-3C38-B156-C757-D69BFA087DF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0">
              <a:extLst>
                <a:ext uri="{FF2B5EF4-FFF2-40B4-BE49-F238E27FC236}">
                  <a16:creationId xmlns:a16="http://schemas.microsoft.com/office/drawing/2014/main" id="{526FE6FF-DA85-C143-7530-1D1BA26A86B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41">
              <a:extLst>
                <a:ext uri="{FF2B5EF4-FFF2-40B4-BE49-F238E27FC236}">
                  <a16:creationId xmlns:a16="http://schemas.microsoft.com/office/drawing/2014/main" id="{74722894-7B90-2C40-5514-24A27C1106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2">
              <a:extLst>
                <a:ext uri="{FF2B5EF4-FFF2-40B4-BE49-F238E27FC236}">
                  <a16:creationId xmlns:a16="http://schemas.microsoft.com/office/drawing/2014/main" id="{235B206B-3500-143D-5FCD-124E5A13ED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772627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4193"/>
            <a:ext cx="16257588" cy="1739093"/>
          </a:xfrm>
          <a:prstGeom prst="rect">
            <a:avLst/>
          </a:prstGeom>
        </p:spPr>
      </p:pic>
      <p:sp>
        <p:nvSpPr>
          <p:cNvPr id="12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7" y="829734"/>
            <a:ext cx="11598955" cy="6696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829707" y="5498998"/>
            <a:ext cx="4673447" cy="778226"/>
          </a:xfrm>
          <a:solidFill>
            <a:srgbClr val="589278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9" name="Picture 18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21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CDB0175-74B9-A91B-D8DB-A3D2422B38ED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2" name="Freeform 221">
              <a:extLst>
                <a:ext uri="{FF2B5EF4-FFF2-40B4-BE49-F238E27FC236}">
                  <a16:creationId xmlns:a16="http://schemas.microsoft.com/office/drawing/2014/main" id="{72A5E1AF-9B4E-6F2C-E261-1CA91042B2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2">
              <a:extLst>
                <a:ext uri="{FF2B5EF4-FFF2-40B4-BE49-F238E27FC236}">
                  <a16:creationId xmlns:a16="http://schemas.microsoft.com/office/drawing/2014/main" id="{C742B924-89D4-2CF9-6665-E464938CBE1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Rectangle 223">
              <a:extLst>
                <a:ext uri="{FF2B5EF4-FFF2-40B4-BE49-F238E27FC236}">
                  <a16:creationId xmlns:a16="http://schemas.microsoft.com/office/drawing/2014/main" id="{58A388EB-FDF9-01AC-6E9B-8D69DFF2569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4">
              <a:extLst>
                <a:ext uri="{FF2B5EF4-FFF2-40B4-BE49-F238E27FC236}">
                  <a16:creationId xmlns:a16="http://schemas.microsoft.com/office/drawing/2014/main" id="{4C9E3157-5C87-2445-2BA0-451204F2F5D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5">
              <a:extLst>
                <a:ext uri="{FF2B5EF4-FFF2-40B4-BE49-F238E27FC236}">
                  <a16:creationId xmlns:a16="http://schemas.microsoft.com/office/drawing/2014/main" id="{577A604B-1323-622A-A31F-223949DF7CF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6">
              <a:extLst>
                <a:ext uri="{FF2B5EF4-FFF2-40B4-BE49-F238E27FC236}">
                  <a16:creationId xmlns:a16="http://schemas.microsoft.com/office/drawing/2014/main" id="{9C6A1A01-C173-A701-4920-EC00E0A609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7">
              <a:extLst>
                <a:ext uri="{FF2B5EF4-FFF2-40B4-BE49-F238E27FC236}">
                  <a16:creationId xmlns:a16="http://schemas.microsoft.com/office/drawing/2014/main" id="{8AF4FD52-649A-6442-5B6F-ACDCCCC7E79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8">
              <a:extLst>
                <a:ext uri="{FF2B5EF4-FFF2-40B4-BE49-F238E27FC236}">
                  <a16:creationId xmlns:a16="http://schemas.microsoft.com/office/drawing/2014/main" id="{E573759E-3B81-E75B-9376-65B09C372E0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9">
              <a:extLst>
                <a:ext uri="{FF2B5EF4-FFF2-40B4-BE49-F238E27FC236}">
                  <a16:creationId xmlns:a16="http://schemas.microsoft.com/office/drawing/2014/main" id="{1F297304-16F4-1B09-C8EF-F74F6BAF0B1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0">
              <a:extLst>
                <a:ext uri="{FF2B5EF4-FFF2-40B4-BE49-F238E27FC236}">
                  <a16:creationId xmlns:a16="http://schemas.microsoft.com/office/drawing/2014/main" id="{8BF5A5B9-C858-3DA6-0A10-9ACCDE98DDA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1">
              <a:extLst>
                <a:ext uri="{FF2B5EF4-FFF2-40B4-BE49-F238E27FC236}">
                  <a16:creationId xmlns:a16="http://schemas.microsoft.com/office/drawing/2014/main" id="{6B3527D2-3769-DAE4-DA31-B46E1CC14F1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2">
              <a:extLst>
                <a:ext uri="{FF2B5EF4-FFF2-40B4-BE49-F238E27FC236}">
                  <a16:creationId xmlns:a16="http://schemas.microsoft.com/office/drawing/2014/main" id="{C02EEBAA-AE6E-8A88-513A-3F599E7BE42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3">
              <a:extLst>
                <a:ext uri="{FF2B5EF4-FFF2-40B4-BE49-F238E27FC236}">
                  <a16:creationId xmlns:a16="http://schemas.microsoft.com/office/drawing/2014/main" id="{9A7E0820-4F35-F75F-4E17-49D9E5AE73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4">
              <a:extLst>
                <a:ext uri="{FF2B5EF4-FFF2-40B4-BE49-F238E27FC236}">
                  <a16:creationId xmlns:a16="http://schemas.microsoft.com/office/drawing/2014/main" id="{DED8CBEC-CD65-49AE-D472-CD294ECC4B7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5">
              <a:extLst>
                <a:ext uri="{FF2B5EF4-FFF2-40B4-BE49-F238E27FC236}">
                  <a16:creationId xmlns:a16="http://schemas.microsoft.com/office/drawing/2014/main" id="{32EA9635-BAD8-EC55-717A-D6C871C1E7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6">
              <a:extLst>
                <a:ext uri="{FF2B5EF4-FFF2-40B4-BE49-F238E27FC236}">
                  <a16:creationId xmlns:a16="http://schemas.microsoft.com/office/drawing/2014/main" id="{DD4D5F2C-C06A-87F5-701D-2A65CD8A035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7">
              <a:extLst>
                <a:ext uri="{FF2B5EF4-FFF2-40B4-BE49-F238E27FC236}">
                  <a16:creationId xmlns:a16="http://schemas.microsoft.com/office/drawing/2014/main" id="{528623C7-574D-A20A-C3B3-34F8CFB193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8">
              <a:extLst>
                <a:ext uri="{FF2B5EF4-FFF2-40B4-BE49-F238E27FC236}">
                  <a16:creationId xmlns:a16="http://schemas.microsoft.com/office/drawing/2014/main" id="{0A0E26A8-58F0-51B2-0C16-EF45CA1F0B3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Rectangle 239">
              <a:extLst>
                <a:ext uri="{FF2B5EF4-FFF2-40B4-BE49-F238E27FC236}">
                  <a16:creationId xmlns:a16="http://schemas.microsoft.com/office/drawing/2014/main" id="{6777EE9B-4C23-6892-EB32-401F4D5416D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0">
              <a:extLst>
                <a:ext uri="{FF2B5EF4-FFF2-40B4-BE49-F238E27FC236}">
                  <a16:creationId xmlns:a16="http://schemas.microsoft.com/office/drawing/2014/main" id="{5DBF99F7-40C5-E04A-A203-EE96642D068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1">
              <a:extLst>
                <a:ext uri="{FF2B5EF4-FFF2-40B4-BE49-F238E27FC236}">
                  <a16:creationId xmlns:a16="http://schemas.microsoft.com/office/drawing/2014/main" id="{39E4B001-8C77-A9B9-B186-48F487ABE77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42">
              <a:extLst>
                <a:ext uri="{FF2B5EF4-FFF2-40B4-BE49-F238E27FC236}">
                  <a16:creationId xmlns:a16="http://schemas.microsoft.com/office/drawing/2014/main" id="{CB58EE54-B213-A31B-BB5A-AA32CB82996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072200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 + Title and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4193"/>
            <a:ext cx="16257588" cy="1739093"/>
          </a:xfrm>
          <a:prstGeom prst="rect">
            <a:avLst/>
          </a:prstGeom>
        </p:spPr>
      </p:pic>
      <p:sp>
        <p:nvSpPr>
          <p:cNvPr id="13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8" y="2404534"/>
            <a:ext cx="9459088" cy="5121200"/>
          </a:xfrm>
        </p:spPr>
        <p:txBody>
          <a:bodyPr/>
          <a:lstStyle/>
          <a:p>
            <a:r>
              <a:rPr lang="en-US" dirty="0"/>
              <a:t>Click on this icon to insert a graphic.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graphic slide with a title and optional annotation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24" name="Picture 23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2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102D3DB-503D-3E14-3C6C-46925F4479DB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" name="Freeform 221">
              <a:extLst>
                <a:ext uri="{FF2B5EF4-FFF2-40B4-BE49-F238E27FC236}">
                  <a16:creationId xmlns:a16="http://schemas.microsoft.com/office/drawing/2014/main" id="{5D86CFE5-3DB6-B0F1-B1BF-3AE13981ED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" name="Freeform 222">
              <a:extLst>
                <a:ext uri="{FF2B5EF4-FFF2-40B4-BE49-F238E27FC236}">
                  <a16:creationId xmlns:a16="http://schemas.microsoft.com/office/drawing/2014/main" id="{D20E14BC-9F1F-9986-6F96-521102611D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Rectangle 223">
              <a:extLst>
                <a:ext uri="{FF2B5EF4-FFF2-40B4-BE49-F238E27FC236}">
                  <a16:creationId xmlns:a16="http://schemas.microsoft.com/office/drawing/2014/main" id="{1D751152-D7E4-17C5-F982-7F99CF78037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Freeform 224">
              <a:extLst>
                <a:ext uri="{FF2B5EF4-FFF2-40B4-BE49-F238E27FC236}">
                  <a16:creationId xmlns:a16="http://schemas.microsoft.com/office/drawing/2014/main" id="{7490D098-0B26-4E8E-0982-006A134B8F7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25">
              <a:extLst>
                <a:ext uri="{FF2B5EF4-FFF2-40B4-BE49-F238E27FC236}">
                  <a16:creationId xmlns:a16="http://schemas.microsoft.com/office/drawing/2014/main" id="{B6CE28E7-38F9-2146-37A7-D1B4C14EE1F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226">
              <a:extLst>
                <a:ext uri="{FF2B5EF4-FFF2-40B4-BE49-F238E27FC236}">
                  <a16:creationId xmlns:a16="http://schemas.microsoft.com/office/drawing/2014/main" id="{8B5F61CA-0E37-69E1-4FCC-183237FE97C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7">
              <a:extLst>
                <a:ext uri="{FF2B5EF4-FFF2-40B4-BE49-F238E27FC236}">
                  <a16:creationId xmlns:a16="http://schemas.microsoft.com/office/drawing/2014/main" id="{CC938675-0136-0EF7-9362-8F18D7F7E83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28">
              <a:extLst>
                <a:ext uri="{FF2B5EF4-FFF2-40B4-BE49-F238E27FC236}">
                  <a16:creationId xmlns:a16="http://schemas.microsoft.com/office/drawing/2014/main" id="{EEC4DE78-0040-388D-7A27-78FFE9E8B4F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229">
              <a:extLst>
                <a:ext uri="{FF2B5EF4-FFF2-40B4-BE49-F238E27FC236}">
                  <a16:creationId xmlns:a16="http://schemas.microsoft.com/office/drawing/2014/main" id="{02A7504C-049A-741D-6E2F-0A542456BA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30">
              <a:extLst>
                <a:ext uri="{FF2B5EF4-FFF2-40B4-BE49-F238E27FC236}">
                  <a16:creationId xmlns:a16="http://schemas.microsoft.com/office/drawing/2014/main" id="{2E1B0D6D-2B81-84EF-D129-D9B506924BD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231">
              <a:extLst>
                <a:ext uri="{FF2B5EF4-FFF2-40B4-BE49-F238E27FC236}">
                  <a16:creationId xmlns:a16="http://schemas.microsoft.com/office/drawing/2014/main" id="{6B426A81-547E-0AAE-98D0-D016BE2C6B0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232">
              <a:extLst>
                <a:ext uri="{FF2B5EF4-FFF2-40B4-BE49-F238E27FC236}">
                  <a16:creationId xmlns:a16="http://schemas.microsoft.com/office/drawing/2014/main" id="{6A48F9FF-39DD-0400-D0D2-92DDDC4760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33">
              <a:extLst>
                <a:ext uri="{FF2B5EF4-FFF2-40B4-BE49-F238E27FC236}">
                  <a16:creationId xmlns:a16="http://schemas.microsoft.com/office/drawing/2014/main" id="{0D395C99-E7E5-AF03-9EB0-9B2E051899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34">
              <a:extLst>
                <a:ext uri="{FF2B5EF4-FFF2-40B4-BE49-F238E27FC236}">
                  <a16:creationId xmlns:a16="http://schemas.microsoft.com/office/drawing/2014/main" id="{D2B271E4-4809-AAF5-883E-9FC0B54484E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5">
              <a:extLst>
                <a:ext uri="{FF2B5EF4-FFF2-40B4-BE49-F238E27FC236}">
                  <a16:creationId xmlns:a16="http://schemas.microsoft.com/office/drawing/2014/main" id="{25866276-9845-236C-A112-0E66831291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6">
              <a:extLst>
                <a:ext uri="{FF2B5EF4-FFF2-40B4-BE49-F238E27FC236}">
                  <a16:creationId xmlns:a16="http://schemas.microsoft.com/office/drawing/2014/main" id="{17C4E8E2-B131-8C14-36BE-3585D02EEE7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7">
              <a:extLst>
                <a:ext uri="{FF2B5EF4-FFF2-40B4-BE49-F238E27FC236}">
                  <a16:creationId xmlns:a16="http://schemas.microsoft.com/office/drawing/2014/main" id="{0B5A9E48-F7CB-CC44-3B21-11FC852EFB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38">
              <a:extLst>
                <a:ext uri="{FF2B5EF4-FFF2-40B4-BE49-F238E27FC236}">
                  <a16:creationId xmlns:a16="http://schemas.microsoft.com/office/drawing/2014/main" id="{3FD234D2-8466-C31E-0E74-FC79A4D78CB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Rectangle 239">
              <a:extLst>
                <a:ext uri="{FF2B5EF4-FFF2-40B4-BE49-F238E27FC236}">
                  <a16:creationId xmlns:a16="http://schemas.microsoft.com/office/drawing/2014/main" id="{6350449E-301A-858B-F700-E19C86D26F3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40">
              <a:extLst>
                <a:ext uri="{FF2B5EF4-FFF2-40B4-BE49-F238E27FC236}">
                  <a16:creationId xmlns:a16="http://schemas.microsoft.com/office/drawing/2014/main" id="{2A9DC18E-9A94-A013-101A-10C1DB5006D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41">
              <a:extLst>
                <a:ext uri="{FF2B5EF4-FFF2-40B4-BE49-F238E27FC236}">
                  <a16:creationId xmlns:a16="http://schemas.microsoft.com/office/drawing/2014/main" id="{C18ED71D-5258-CAA6-6A62-8E97652914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42">
              <a:extLst>
                <a:ext uri="{FF2B5EF4-FFF2-40B4-BE49-F238E27FC236}">
                  <a16:creationId xmlns:a16="http://schemas.microsoft.com/office/drawing/2014/main" id="{68B03FFF-C36F-68B0-0BA3-5FA93D9B9D6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56130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r Ch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3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chart or table slide with optional annotation</a:t>
            </a:r>
            <a:endParaRPr lang="en-US" dirty="0"/>
          </a:p>
        </p:txBody>
      </p:sp>
      <p:sp>
        <p:nvSpPr>
          <p:cNvPr id="17" name="Table Placeholder 3"/>
          <p:cNvSpPr>
            <a:spLocks noGrp="1"/>
          </p:cNvSpPr>
          <p:nvPr>
            <p:ph type="tbl" sz="quarter" idx="20" hasCustomPrompt="1"/>
          </p:nvPr>
        </p:nvSpPr>
        <p:spPr>
          <a:xfrm>
            <a:off x="812800" y="2405063"/>
            <a:ext cx="9475788" cy="512127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the icon to insert a table or chart.</a:t>
            </a:r>
          </a:p>
        </p:txBody>
      </p:sp>
      <p:sp>
        <p:nvSpPr>
          <p:cNvPr id="18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58DA341-B613-E6C6-2E18-6912946BC183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1" name="Freeform 221">
              <a:extLst>
                <a:ext uri="{FF2B5EF4-FFF2-40B4-BE49-F238E27FC236}">
                  <a16:creationId xmlns:a16="http://schemas.microsoft.com/office/drawing/2014/main" id="{1CB940DE-3FE7-0FF8-547C-D90BAEAE50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2">
              <a:extLst>
                <a:ext uri="{FF2B5EF4-FFF2-40B4-BE49-F238E27FC236}">
                  <a16:creationId xmlns:a16="http://schemas.microsoft.com/office/drawing/2014/main" id="{269C486F-56FF-B71D-CBEC-E329B7CBF4A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223">
              <a:extLst>
                <a:ext uri="{FF2B5EF4-FFF2-40B4-BE49-F238E27FC236}">
                  <a16:creationId xmlns:a16="http://schemas.microsoft.com/office/drawing/2014/main" id="{C8F737B2-D9CA-6417-3C1E-DDD4B33BFF0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4">
              <a:extLst>
                <a:ext uri="{FF2B5EF4-FFF2-40B4-BE49-F238E27FC236}">
                  <a16:creationId xmlns:a16="http://schemas.microsoft.com/office/drawing/2014/main" id="{700C90F3-EA48-AA6D-3458-F2899EC5A00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5">
              <a:extLst>
                <a:ext uri="{FF2B5EF4-FFF2-40B4-BE49-F238E27FC236}">
                  <a16:creationId xmlns:a16="http://schemas.microsoft.com/office/drawing/2014/main" id="{AB03B639-1BE3-A9DE-6338-17A18C5CDF2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6">
              <a:extLst>
                <a:ext uri="{FF2B5EF4-FFF2-40B4-BE49-F238E27FC236}">
                  <a16:creationId xmlns:a16="http://schemas.microsoft.com/office/drawing/2014/main" id="{EF2AF041-48CC-76D8-D97D-649184C7132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7">
              <a:extLst>
                <a:ext uri="{FF2B5EF4-FFF2-40B4-BE49-F238E27FC236}">
                  <a16:creationId xmlns:a16="http://schemas.microsoft.com/office/drawing/2014/main" id="{F0E96C64-3CED-60D4-1B3C-5E8A874B20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8">
              <a:extLst>
                <a:ext uri="{FF2B5EF4-FFF2-40B4-BE49-F238E27FC236}">
                  <a16:creationId xmlns:a16="http://schemas.microsoft.com/office/drawing/2014/main" id="{FA5BD23B-B33F-77C1-8B69-AE774DF2E5C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9">
              <a:extLst>
                <a:ext uri="{FF2B5EF4-FFF2-40B4-BE49-F238E27FC236}">
                  <a16:creationId xmlns:a16="http://schemas.microsoft.com/office/drawing/2014/main" id="{E8111A7E-CCDF-DCCF-F198-4E1B8400B7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0">
              <a:extLst>
                <a:ext uri="{FF2B5EF4-FFF2-40B4-BE49-F238E27FC236}">
                  <a16:creationId xmlns:a16="http://schemas.microsoft.com/office/drawing/2014/main" id="{27786A71-2EE7-BF13-D76A-D6C92D2718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1">
              <a:extLst>
                <a:ext uri="{FF2B5EF4-FFF2-40B4-BE49-F238E27FC236}">
                  <a16:creationId xmlns:a16="http://schemas.microsoft.com/office/drawing/2014/main" id="{F524BF5F-563E-00BE-59BE-0FFD49A3A47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2">
              <a:extLst>
                <a:ext uri="{FF2B5EF4-FFF2-40B4-BE49-F238E27FC236}">
                  <a16:creationId xmlns:a16="http://schemas.microsoft.com/office/drawing/2014/main" id="{BA7AA999-1BEE-32D5-2CC5-3FBBACF03D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3">
              <a:extLst>
                <a:ext uri="{FF2B5EF4-FFF2-40B4-BE49-F238E27FC236}">
                  <a16:creationId xmlns:a16="http://schemas.microsoft.com/office/drawing/2014/main" id="{8D282E2D-E995-4339-0657-795B283CC14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4">
              <a:extLst>
                <a:ext uri="{FF2B5EF4-FFF2-40B4-BE49-F238E27FC236}">
                  <a16:creationId xmlns:a16="http://schemas.microsoft.com/office/drawing/2014/main" id="{02F8F377-455B-0E9A-D48B-F004C8AEDF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5">
              <a:extLst>
                <a:ext uri="{FF2B5EF4-FFF2-40B4-BE49-F238E27FC236}">
                  <a16:creationId xmlns:a16="http://schemas.microsoft.com/office/drawing/2014/main" id="{A0BA3D11-C34E-A22F-8BE6-50119C36997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6">
              <a:extLst>
                <a:ext uri="{FF2B5EF4-FFF2-40B4-BE49-F238E27FC236}">
                  <a16:creationId xmlns:a16="http://schemas.microsoft.com/office/drawing/2014/main" id="{3E8F8BE4-AEFA-C0E0-D9F0-87DD66A10D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7">
              <a:extLst>
                <a:ext uri="{FF2B5EF4-FFF2-40B4-BE49-F238E27FC236}">
                  <a16:creationId xmlns:a16="http://schemas.microsoft.com/office/drawing/2014/main" id="{CD9A5E48-71C3-0BA9-E90A-179A601DDB1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8">
              <a:extLst>
                <a:ext uri="{FF2B5EF4-FFF2-40B4-BE49-F238E27FC236}">
                  <a16:creationId xmlns:a16="http://schemas.microsoft.com/office/drawing/2014/main" id="{D48AD15C-8155-5350-5E58-3931C737C82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239">
              <a:extLst>
                <a:ext uri="{FF2B5EF4-FFF2-40B4-BE49-F238E27FC236}">
                  <a16:creationId xmlns:a16="http://schemas.microsoft.com/office/drawing/2014/main" id="{ECBFF016-62F9-BAE1-00C3-2DF0199CB2E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0">
              <a:extLst>
                <a:ext uri="{FF2B5EF4-FFF2-40B4-BE49-F238E27FC236}">
                  <a16:creationId xmlns:a16="http://schemas.microsoft.com/office/drawing/2014/main" id="{A2D46221-2D31-DCE5-37D9-EB99B18B45F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1">
              <a:extLst>
                <a:ext uri="{FF2B5EF4-FFF2-40B4-BE49-F238E27FC236}">
                  <a16:creationId xmlns:a16="http://schemas.microsoft.com/office/drawing/2014/main" id="{01088477-B2A1-3A3A-E1CB-B17A20BB1A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2">
              <a:extLst>
                <a:ext uri="{FF2B5EF4-FFF2-40B4-BE49-F238E27FC236}">
                  <a16:creationId xmlns:a16="http://schemas.microsoft.com/office/drawing/2014/main" id="{869D463C-97AA-0427-34B2-103FA7431F7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980234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r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 descr="curtain-100.eps">
            <a:extLst>
              <a:ext uri="{FF2B5EF4-FFF2-40B4-BE49-F238E27FC236}">
                <a16:creationId xmlns:a16="http://schemas.microsoft.com/office/drawing/2014/main" id="{54C10B2F-BF25-C43A-0F0C-DB4F79D3351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3804"/>
            <a:ext cx="16276079" cy="1780196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48421" y="3117806"/>
            <a:ext cx="10360746" cy="2612172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800" baseline="0">
                <a:solidFill>
                  <a:schemeClr val="accent5"/>
                </a:solidFill>
              </a:defRPr>
            </a:lvl1pPr>
            <a:lvl2pPr marL="7815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631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447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1263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9079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68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71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2526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 dirty="0"/>
              <a:t>Questions? Put your contact prompt message and your email here.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320943" y="2082794"/>
            <a:ext cx="9615704" cy="1018079"/>
          </a:xfrm>
        </p:spPr>
        <p:txBody>
          <a:bodyPr anchor="b"/>
          <a:lstStyle>
            <a:lvl1pPr algn="ctr">
              <a:defRPr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Thank you message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3320941" y="6017839"/>
            <a:ext cx="9615706" cy="462413"/>
          </a:xfrm>
        </p:spPr>
        <p:txBody>
          <a:bodyPr anchor="t"/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CA" dirty="0"/>
              <a:t>www.algonquincollege.com/coop-career-centre/</a:t>
            </a:r>
            <a:endParaRPr lang="en-US" dirty="0"/>
          </a:p>
        </p:txBody>
      </p:sp>
      <p:pic>
        <p:nvPicPr>
          <p:cNvPr id="13" name="Picture 12" descr="ac-icon-gree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7683" y="828547"/>
            <a:ext cx="635142" cy="467999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FA39C019-4E87-F630-1EC2-66E5B98E2DF0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1" name="Freeform 221">
              <a:extLst>
                <a:ext uri="{FF2B5EF4-FFF2-40B4-BE49-F238E27FC236}">
                  <a16:creationId xmlns:a16="http://schemas.microsoft.com/office/drawing/2014/main" id="{BB2B9CCC-3EC4-F6BE-2B27-A2AD19745C1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2">
              <a:extLst>
                <a:ext uri="{FF2B5EF4-FFF2-40B4-BE49-F238E27FC236}">
                  <a16:creationId xmlns:a16="http://schemas.microsoft.com/office/drawing/2014/main" id="{DFBBAE96-6529-FFB8-ACAF-F7AA7B0786E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223">
              <a:extLst>
                <a:ext uri="{FF2B5EF4-FFF2-40B4-BE49-F238E27FC236}">
                  <a16:creationId xmlns:a16="http://schemas.microsoft.com/office/drawing/2014/main" id="{81F258EB-3DF7-E1EC-C409-0849FA55DC5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4">
              <a:extLst>
                <a:ext uri="{FF2B5EF4-FFF2-40B4-BE49-F238E27FC236}">
                  <a16:creationId xmlns:a16="http://schemas.microsoft.com/office/drawing/2014/main" id="{33582AA5-5ECD-2652-14D5-4A9F7C3E901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5">
              <a:extLst>
                <a:ext uri="{FF2B5EF4-FFF2-40B4-BE49-F238E27FC236}">
                  <a16:creationId xmlns:a16="http://schemas.microsoft.com/office/drawing/2014/main" id="{2CDA7C96-11B1-7441-DA58-4239C68A59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6">
              <a:extLst>
                <a:ext uri="{FF2B5EF4-FFF2-40B4-BE49-F238E27FC236}">
                  <a16:creationId xmlns:a16="http://schemas.microsoft.com/office/drawing/2014/main" id="{14D05BFF-3081-AE5A-5E03-7668069871D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7">
              <a:extLst>
                <a:ext uri="{FF2B5EF4-FFF2-40B4-BE49-F238E27FC236}">
                  <a16:creationId xmlns:a16="http://schemas.microsoft.com/office/drawing/2014/main" id="{6424046F-CB14-60EF-CBF7-C3A10E64535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8">
              <a:extLst>
                <a:ext uri="{FF2B5EF4-FFF2-40B4-BE49-F238E27FC236}">
                  <a16:creationId xmlns:a16="http://schemas.microsoft.com/office/drawing/2014/main" id="{3F1B8262-1EAB-962D-A6B2-CF0A4849075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9">
              <a:extLst>
                <a:ext uri="{FF2B5EF4-FFF2-40B4-BE49-F238E27FC236}">
                  <a16:creationId xmlns:a16="http://schemas.microsoft.com/office/drawing/2014/main" id="{DCA44647-51C6-9D84-42D8-BFF4104D472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0">
              <a:extLst>
                <a:ext uri="{FF2B5EF4-FFF2-40B4-BE49-F238E27FC236}">
                  <a16:creationId xmlns:a16="http://schemas.microsoft.com/office/drawing/2014/main" id="{5CC560ED-AD12-E4EE-CBBD-F26D87811D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1">
              <a:extLst>
                <a:ext uri="{FF2B5EF4-FFF2-40B4-BE49-F238E27FC236}">
                  <a16:creationId xmlns:a16="http://schemas.microsoft.com/office/drawing/2014/main" id="{3CE18128-E860-9225-7930-BF7C9F62DC2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2">
              <a:extLst>
                <a:ext uri="{FF2B5EF4-FFF2-40B4-BE49-F238E27FC236}">
                  <a16:creationId xmlns:a16="http://schemas.microsoft.com/office/drawing/2014/main" id="{8B261DA6-F527-D7DC-5690-687AD57CA1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3">
              <a:extLst>
                <a:ext uri="{FF2B5EF4-FFF2-40B4-BE49-F238E27FC236}">
                  <a16:creationId xmlns:a16="http://schemas.microsoft.com/office/drawing/2014/main" id="{7007EF35-1174-A118-6A1D-0306A07C10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4">
              <a:extLst>
                <a:ext uri="{FF2B5EF4-FFF2-40B4-BE49-F238E27FC236}">
                  <a16:creationId xmlns:a16="http://schemas.microsoft.com/office/drawing/2014/main" id="{28ADA499-ABB4-F885-236B-38C9E7FB567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5">
              <a:extLst>
                <a:ext uri="{FF2B5EF4-FFF2-40B4-BE49-F238E27FC236}">
                  <a16:creationId xmlns:a16="http://schemas.microsoft.com/office/drawing/2014/main" id="{8EB5DE89-407B-DF8C-885E-118BA71DC7B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6">
              <a:extLst>
                <a:ext uri="{FF2B5EF4-FFF2-40B4-BE49-F238E27FC236}">
                  <a16:creationId xmlns:a16="http://schemas.microsoft.com/office/drawing/2014/main" id="{9BC061FD-0E73-582D-606B-8363CB31B6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7">
              <a:extLst>
                <a:ext uri="{FF2B5EF4-FFF2-40B4-BE49-F238E27FC236}">
                  <a16:creationId xmlns:a16="http://schemas.microsoft.com/office/drawing/2014/main" id="{83636087-FC1C-3589-B0E4-18CAB6121C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8">
              <a:extLst>
                <a:ext uri="{FF2B5EF4-FFF2-40B4-BE49-F238E27FC236}">
                  <a16:creationId xmlns:a16="http://schemas.microsoft.com/office/drawing/2014/main" id="{0FAF0799-52E5-B75F-181B-C7C5E93BDCA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239">
              <a:extLst>
                <a:ext uri="{FF2B5EF4-FFF2-40B4-BE49-F238E27FC236}">
                  <a16:creationId xmlns:a16="http://schemas.microsoft.com/office/drawing/2014/main" id="{64C65EF2-63FF-E221-5782-A8C9B11E159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0">
              <a:extLst>
                <a:ext uri="{FF2B5EF4-FFF2-40B4-BE49-F238E27FC236}">
                  <a16:creationId xmlns:a16="http://schemas.microsoft.com/office/drawing/2014/main" id="{C318A5D7-5160-BF97-A44D-5AC1CF0118D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1">
              <a:extLst>
                <a:ext uri="{FF2B5EF4-FFF2-40B4-BE49-F238E27FC236}">
                  <a16:creationId xmlns:a16="http://schemas.microsoft.com/office/drawing/2014/main" id="{837051E3-862D-5188-66DA-7047F391EE3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2">
              <a:extLst>
                <a:ext uri="{FF2B5EF4-FFF2-40B4-BE49-F238E27FC236}">
                  <a16:creationId xmlns:a16="http://schemas.microsoft.com/office/drawing/2014/main" id="{3A79DBA9-4125-0159-ECF1-3F8CFC9ADB1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2650834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sion Statem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49" descr="curtain-100.eps">
            <a:extLst>
              <a:ext uri="{FF2B5EF4-FFF2-40B4-BE49-F238E27FC236}">
                <a16:creationId xmlns:a16="http://schemas.microsoft.com/office/drawing/2014/main" id="{6A418236-C89E-3FB2-8C49-1BA8E5659B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3804"/>
            <a:ext cx="16276079" cy="178019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84388" y="1912435"/>
            <a:ext cx="12088812" cy="3625798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BBC1AE21-CAFD-F59F-AC83-27A5D5BB926A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28" name="Freeform 221">
              <a:extLst>
                <a:ext uri="{FF2B5EF4-FFF2-40B4-BE49-F238E27FC236}">
                  <a16:creationId xmlns:a16="http://schemas.microsoft.com/office/drawing/2014/main" id="{88BB1230-8595-D481-818F-6BD5F65F3D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22">
              <a:extLst>
                <a:ext uri="{FF2B5EF4-FFF2-40B4-BE49-F238E27FC236}">
                  <a16:creationId xmlns:a16="http://schemas.microsoft.com/office/drawing/2014/main" id="{69DB9480-C810-0425-5148-725B7911D36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Rectangle 223">
              <a:extLst>
                <a:ext uri="{FF2B5EF4-FFF2-40B4-BE49-F238E27FC236}">
                  <a16:creationId xmlns:a16="http://schemas.microsoft.com/office/drawing/2014/main" id="{08C88BF5-09BC-2792-74B1-3AFE695E894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24">
              <a:extLst>
                <a:ext uri="{FF2B5EF4-FFF2-40B4-BE49-F238E27FC236}">
                  <a16:creationId xmlns:a16="http://schemas.microsoft.com/office/drawing/2014/main" id="{E134F21E-8C3B-70D6-38F2-71CF2EE2B37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5">
              <a:extLst>
                <a:ext uri="{FF2B5EF4-FFF2-40B4-BE49-F238E27FC236}">
                  <a16:creationId xmlns:a16="http://schemas.microsoft.com/office/drawing/2014/main" id="{B057DDD1-022C-4438-EBA8-9B633FB835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6">
              <a:extLst>
                <a:ext uri="{FF2B5EF4-FFF2-40B4-BE49-F238E27FC236}">
                  <a16:creationId xmlns:a16="http://schemas.microsoft.com/office/drawing/2014/main" id="{50011134-F88A-B9D5-F930-2BAE757148E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7">
              <a:extLst>
                <a:ext uri="{FF2B5EF4-FFF2-40B4-BE49-F238E27FC236}">
                  <a16:creationId xmlns:a16="http://schemas.microsoft.com/office/drawing/2014/main" id="{1AA69CF2-A78F-0C4E-F7DB-75888CC4EA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8">
              <a:extLst>
                <a:ext uri="{FF2B5EF4-FFF2-40B4-BE49-F238E27FC236}">
                  <a16:creationId xmlns:a16="http://schemas.microsoft.com/office/drawing/2014/main" id="{C65CAF29-5C83-9CDE-3D8F-EED8E456151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9">
              <a:extLst>
                <a:ext uri="{FF2B5EF4-FFF2-40B4-BE49-F238E27FC236}">
                  <a16:creationId xmlns:a16="http://schemas.microsoft.com/office/drawing/2014/main" id="{F72744D4-2FE4-A0AF-632C-3D24132112A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30">
              <a:extLst>
                <a:ext uri="{FF2B5EF4-FFF2-40B4-BE49-F238E27FC236}">
                  <a16:creationId xmlns:a16="http://schemas.microsoft.com/office/drawing/2014/main" id="{7B37E11E-04EA-9BE1-195C-75CDDEBC4D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31">
              <a:extLst>
                <a:ext uri="{FF2B5EF4-FFF2-40B4-BE49-F238E27FC236}">
                  <a16:creationId xmlns:a16="http://schemas.microsoft.com/office/drawing/2014/main" id="{556B1992-951C-C5D8-C629-98B764870C7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32">
              <a:extLst>
                <a:ext uri="{FF2B5EF4-FFF2-40B4-BE49-F238E27FC236}">
                  <a16:creationId xmlns:a16="http://schemas.microsoft.com/office/drawing/2014/main" id="{FED4312B-FA45-A99F-E951-C6E056C6426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3">
              <a:extLst>
                <a:ext uri="{FF2B5EF4-FFF2-40B4-BE49-F238E27FC236}">
                  <a16:creationId xmlns:a16="http://schemas.microsoft.com/office/drawing/2014/main" id="{E4D926A3-4B68-507A-9859-8936B0013B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4">
              <a:extLst>
                <a:ext uri="{FF2B5EF4-FFF2-40B4-BE49-F238E27FC236}">
                  <a16:creationId xmlns:a16="http://schemas.microsoft.com/office/drawing/2014/main" id="{830ED208-4A92-CD96-D890-0AC807A6997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5">
              <a:extLst>
                <a:ext uri="{FF2B5EF4-FFF2-40B4-BE49-F238E27FC236}">
                  <a16:creationId xmlns:a16="http://schemas.microsoft.com/office/drawing/2014/main" id="{8634C3A4-DD2A-DB48-F44F-7288EBC7B7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6">
              <a:extLst>
                <a:ext uri="{FF2B5EF4-FFF2-40B4-BE49-F238E27FC236}">
                  <a16:creationId xmlns:a16="http://schemas.microsoft.com/office/drawing/2014/main" id="{358E1744-41FC-5287-A0C8-59E52D53EC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7">
              <a:extLst>
                <a:ext uri="{FF2B5EF4-FFF2-40B4-BE49-F238E27FC236}">
                  <a16:creationId xmlns:a16="http://schemas.microsoft.com/office/drawing/2014/main" id="{D7ABA206-F3CB-6CA0-FB05-A98DB2DBF97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8">
              <a:extLst>
                <a:ext uri="{FF2B5EF4-FFF2-40B4-BE49-F238E27FC236}">
                  <a16:creationId xmlns:a16="http://schemas.microsoft.com/office/drawing/2014/main" id="{BC27C358-AEAE-3E4B-96DD-08FE2A693EE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Rectangle 239">
              <a:extLst>
                <a:ext uri="{FF2B5EF4-FFF2-40B4-BE49-F238E27FC236}">
                  <a16:creationId xmlns:a16="http://schemas.microsoft.com/office/drawing/2014/main" id="{18EB9F64-E99C-792D-AA3D-50DB9F35CB0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40">
              <a:extLst>
                <a:ext uri="{FF2B5EF4-FFF2-40B4-BE49-F238E27FC236}">
                  <a16:creationId xmlns:a16="http://schemas.microsoft.com/office/drawing/2014/main" id="{1F03E07C-775E-4FDF-7950-381312DF38D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41">
              <a:extLst>
                <a:ext uri="{FF2B5EF4-FFF2-40B4-BE49-F238E27FC236}">
                  <a16:creationId xmlns:a16="http://schemas.microsoft.com/office/drawing/2014/main" id="{81F97A57-C794-B7E3-2909-EF5A43B27A9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42">
              <a:extLst>
                <a:ext uri="{FF2B5EF4-FFF2-40B4-BE49-F238E27FC236}">
                  <a16:creationId xmlns:a16="http://schemas.microsoft.com/office/drawing/2014/main" id="{3437EDC5-72FD-02B7-AB0D-291CAE2FA9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B9BF6F-B793-6227-D38F-1B2409D9F8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4084-422A-4246-8522-ECCBA4948A8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7E36B2-3136-AFBE-505B-3A77B423BC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3587" y="861116"/>
            <a:ext cx="11590413" cy="5652344"/>
          </a:xfrm>
          <a:prstGeom prst="rect">
            <a:avLst/>
          </a:prstGeom>
        </p:spPr>
      </p:pic>
      <p:pic>
        <p:nvPicPr>
          <p:cNvPr id="8" name="Picture 7" descr="curtain-100.eps">
            <a:extLst>
              <a:ext uri="{FF2B5EF4-FFF2-40B4-BE49-F238E27FC236}">
                <a16:creationId xmlns:a16="http://schemas.microsoft.com/office/drawing/2014/main" id="{5ACFF3E0-3B48-E16B-B9A4-A1D9B7FC048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3804"/>
            <a:ext cx="16276079" cy="1780196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2CDA33D3-20F9-0A1E-AF24-14D4A6B34662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29" name="Freeform 221">
              <a:extLst>
                <a:ext uri="{FF2B5EF4-FFF2-40B4-BE49-F238E27FC236}">
                  <a16:creationId xmlns:a16="http://schemas.microsoft.com/office/drawing/2014/main" id="{9A5451C6-6D0D-7ABA-A3C6-203F25E1215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22">
              <a:extLst>
                <a:ext uri="{FF2B5EF4-FFF2-40B4-BE49-F238E27FC236}">
                  <a16:creationId xmlns:a16="http://schemas.microsoft.com/office/drawing/2014/main" id="{94F18435-4D15-4CB1-6279-49DD971094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Rectangle 223">
              <a:extLst>
                <a:ext uri="{FF2B5EF4-FFF2-40B4-BE49-F238E27FC236}">
                  <a16:creationId xmlns:a16="http://schemas.microsoft.com/office/drawing/2014/main" id="{BE0D91B5-8E4C-2F4E-7B3C-4F88238FA94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4">
              <a:extLst>
                <a:ext uri="{FF2B5EF4-FFF2-40B4-BE49-F238E27FC236}">
                  <a16:creationId xmlns:a16="http://schemas.microsoft.com/office/drawing/2014/main" id="{53D9A870-E913-38C2-EEE5-E395E16FE91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5">
              <a:extLst>
                <a:ext uri="{FF2B5EF4-FFF2-40B4-BE49-F238E27FC236}">
                  <a16:creationId xmlns:a16="http://schemas.microsoft.com/office/drawing/2014/main" id="{52181E37-8B1D-66E7-5911-85D05A93BC9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6">
              <a:extLst>
                <a:ext uri="{FF2B5EF4-FFF2-40B4-BE49-F238E27FC236}">
                  <a16:creationId xmlns:a16="http://schemas.microsoft.com/office/drawing/2014/main" id="{345B57B8-BE1E-19D6-3BBD-61BDD478878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7">
              <a:extLst>
                <a:ext uri="{FF2B5EF4-FFF2-40B4-BE49-F238E27FC236}">
                  <a16:creationId xmlns:a16="http://schemas.microsoft.com/office/drawing/2014/main" id="{E75B7855-ADB4-A5EE-13DC-DFE4BB4767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8">
              <a:extLst>
                <a:ext uri="{FF2B5EF4-FFF2-40B4-BE49-F238E27FC236}">
                  <a16:creationId xmlns:a16="http://schemas.microsoft.com/office/drawing/2014/main" id="{E8EB275E-4CBA-7013-7A18-C6BEA82A139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9">
              <a:extLst>
                <a:ext uri="{FF2B5EF4-FFF2-40B4-BE49-F238E27FC236}">
                  <a16:creationId xmlns:a16="http://schemas.microsoft.com/office/drawing/2014/main" id="{3D6D5A61-52C9-2BC3-09DD-6165B13CC1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30">
              <a:extLst>
                <a:ext uri="{FF2B5EF4-FFF2-40B4-BE49-F238E27FC236}">
                  <a16:creationId xmlns:a16="http://schemas.microsoft.com/office/drawing/2014/main" id="{127E3D7D-2BF8-81A8-65AD-123D061F192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31">
              <a:extLst>
                <a:ext uri="{FF2B5EF4-FFF2-40B4-BE49-F238E27FC236}">
                  <a16:creationId xmlns:a16="http://schemas.microsoft.com/office/drawing/2014/main" id="{7662A0D1-9DC7-589C-011F-C1E2C2A139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2">
              <a:extLst>
                <a:ext uri="{FF2B5EF4-FFF2-40B4-BE49-F238E27FC236}">
                  <a16:creationId xmlns:a16="http://schemas.microsoft.com/office/drawing/2014/main" id="{CA73A813-4BAF-0C67-55E8-34C6AEA5B67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3">
              <a:extLst>
                <a:ext uri="{FF2B5EF4-FFF2-40B4-BE49-F238E27FC236}">
                  <a16:creationId xmlns:a16="http://schemas.microsoft.com/office/drawing/2014/main" id="{CBDB8D90-5D0E-6CBE-AD93-5E2B613873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4">
              <a:extLst>
                <a:ext uri="{FF2B5EF4-FFF2-40B4-BE49-F238E27FC236}">
                  <a16:creationId xmlns:a16="http://schemas.microsoft.com/office/drawing/2014/main" id="{8F7D13A9-A53A-872E-CAEE-3B862896058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5">
              <a:extLst>
                <a:ext uri="{FF2B5EF4-FFF2-40B4-BE49-F238E27FC236}">
                  <a16:creationId xmlns:a16="http://schemas.microsoft.com/office/drawing/2014/main" id="{CBDD1288-C2A8-FD26-41C8-B4FCEB8ABD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6">
              <a:extLst>
                <a:ext uri="{FF2B5EF4-FFF2-40B4-BE49-F238E27FC236}">
                  <a16:creationId xmlns:a16="http://schemas.microsoft.com/office/drawing/2014/main" id="{D3C5799D-E15A-99C6-44C7-73BCFFC9362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7">
              <a:extLst>
                <a:ext uri="{FF2B5EF4-FFF2-40B4-BE49-F238E27FC236}">
                  <a16:creationId xmlns:a16="http://schemas.microsoft.com/office/drawing/2014/main" id="{0035DBBA-08F8-0F74-4291-6AA243F3C1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8">
              <a:extLst>
                <a:ext uri="{FF2B5EF4-FFF2-40B4-BE49-F238E27FC236}">
                  <a16:creationId xmlns:a16="http://schemas.microsoft.com/office/drawing/2014/main" id="{DD9C9D8A-2865-5AE2-462E-1AAB104A4C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Rectangle 239">
              <a:extLst>
                <a:ext uri="{FF2B5EF4-FFF2-40B4-BE49-F238E27FC236}">
                  <a16:creationId xmlns:a16="http://schemas.microsoft.com/office/drawing/2014/main" id="{81CF615B-FA78-F3CF-6A85-5E61513E505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40">
              <a:extLst>
                <a:ext uri="{FF2B5EF4-FFF2-40B4-BE49-F238E27FC236}">
                  <a16:creationId xmlns:a16="http://schemas.microsoft.com/office/drawing/2014/main" id="{DFCEB712-3331-DA53-A16E-87749114D2D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41">
              <a:extLst>
                <a:ext uri="{FF2B5EF4-FFF2-40B4-BE49-F238E27FC236}">
                  <a16:creationId xmlns:a16="http://schemas.microsoft.com/office/drawing/2014/main" id="{B954F6F5-6658-24B2-7828-02E49DAE491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2">
              <a:extLst>
                <a:ext uri="{FF2B5EF4-FFF2-40B4-BE49-F238E27FC236}">
                  <a16:creationId xmlns:a16="http://schemas.microsoft.com/office/drawing/2014/main" id="{19521D17-5532-FA35-B1BF-716D907DF2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6275305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8360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80" y="666518"/>
            <a:ext cx="14631829" cy="146708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CA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80" y="2133600"/>
            <a:ext cx="14631829" cy="52045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CA" dirty="0"/>
              <a:t>Click to edit Master text styles</a:t>
            </a:r>
          </a:p>
          <a:p>
            <a:pPr lvl="1"/>
            <a:r>
              <a:rPr lang="en-CA" dirty="0"/>
              <a:t>First level</a:t>
            </a:r>
          </a:p>
          <a:p>
            <a:pPr lvl="2"/>
            <a:r>
              <a:rPr lang="en-CA" dirty="0"/>
              <a:t>Second level</a:t>
            </a:r>
          </a:p>
          <a:p>
            <a:pPr lvl="0"/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80" y="8475135"/>
            <a:ext cx="1180185" cy="4868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21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24084-422A-4246-8522-ECCBA4948A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788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79" r:id="rId3"/>
    <p:sldLayoutId id="2147483686" r:id="rId4"/>
    <p:sldLayoutId id="2147483650" r:id="rId5"/>
    <p:sldLayoutId id="2147483707" r:id="rId6"/>
    <p:sldLayoutId id="2147483693" r:id="rId7"/>
    <p:sldLayoutId id="2147483685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4" r:id="rId15"/>
    <p:sldLayoutId id="2147483695" r:id="rId16"/>
    <p:sldLayoutId id="2147483696" r:id="rId17"/>
    <p:sldLayoutId id="2147483697" r:id="rId18"/>
    <p:sldLayoutId id="2147483677" r:id="rId19"/>
    <p:sldLayoutId id="2147483698" r:id="rId20"/>
    <p:sldLayoutId id="2147483699" r:id="rId21"/>
    <p:sldLayoutId id="2147483706" r:id="rId22"/>
    <p:sldLayoutId id="2147483682" r:id="rId23"/>
    <p:sldLayoutId id="2147483654" r:id="rId24"/>
    <p:sldLayoutId id="2147483662" r:id="rId25"/>
    <p:sldLayoutId id="2147483683" r:id="rId26"/>
    <p:sldLayoutId id="2147483684" r:id="rId27"/>
    <p:sldLayoutId id="2147483664" r:id="rId28"/>
    <p:sldLayoutId id="2147483700" r:id="rId29"/>
    <p:sldLayoutId id="2147483701" r:id="rId30"/>
    <p:sldLayoutId id="2147483657" r:id="rId31"/>
    <p:sldLayoutId id="2147483674" r:id="rId32"/>
    <p:sldLayoutId id="2147483675" r:id="rId33"/>
    <p:sldLayoutId id="2147483681" r:id="rId34"/>
    <p:sldLayoutId id="2147483667" r:id="rId35"/>
    <p:sldLayoutId id="2147483680" r:id="rId36"/>
    <p:sldLayoutId id="2147483703" r:id="rId37"/>
    <p:sldLayoutId id="2147483704" r:id="rId38"/>
    <p:sldLayoutId id="2147483702" r:id="rId39"/>
  </p:sldLayoutIdLst>
  <p:hf hdr="0" ftr="0" dt="0"/>
  <p:txStyles>
    <p:titleStyle>
      <a:lvl1pPr algn="l" defTabSz="781583" rtl="0" eaLnBrk="1" latinLnBrk="0" hangingPunct="1">
        <a:lnSpc>
          <a:spcPct val="80000"/>
        </a:lnSpc>
        <a:spcBef>
          <a:spcPct val="0"/>
        </a:spcBef>
        <a:buNone/>
        <a:defRPr sz="7200" kern="120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0" indent="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FontTx/>
        <a:buNone/>
        <a:defRPr sz="3200" kern="1200">
          <a:solidFill>
            <a:schemeClr val="accent5"/>
          </a:solidFill>
          <a:latin typeface="+mn-lt"/>
          <a:ea typeface="+mn-ea"/>
          <a:cs typeface="+mn-cs"/>
        </a:defRPr>
      </a:lvl1pPr>
      <a:lvl2pPr marL="1270073" indent="-48849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75000"/>
        <a:buFont typeface="Arial"/>
        <a:buChar char="•"/>
        <a:defRPr sz="3200" kern="1200">
          <a:solidFill>
            <a:schemeClr val="accent5"/>
          </a:solidFill>
          <a:latin typeface="+mn-lt"/>
          <a:ea typeface="+mn-ea"/>
          <a:cs typeface="+mn-cs"/>
        </a:defRPr>
      </a:lvl2pPr>
      <a:lvl3pPr marL="2020367" indent="-45720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60000"/>
        <a:buFont typeface="Wingdings" charset="2"/>
        <a:buChar char="§"/>
        <a:defRPr sz="3200" kern="1200" baseline="0">
          <a:solidFill>
            <a:schemeClr val="accent5"/>
          </a:solidFill>
          <a:latin typeface="+mn-lt"/>
          <a:ea typeface="+mn-ea"/>
          <a:cs typeface="+mn-cs"/>
        </a:defRPr>
      </a:lvl3pPr>
      <a:lvl4pPr marL="2735542" indent="-390792" algn="l" defTabSz="781583" rtl="0" eaLnBrk="1" latinLnBrk="0" hangingPunct="1">
        <a:lnSpc>
          <a:spcPct val="120000"/>
        </a:lnSpc>
        <a:spcBef>
          <a:spcPct val="20000"/>
        </a:spcBef>
        <a:buClr>
          <a:schemeClr val="accent2"/>
        </a:buClr>
        <a:buSzPct val="90000"/>
        <a:buFont typeface="Arial"/>
        <a:buChar char="–"/>
        <a:defRPr sz="2100" kern="1200">
          <a:solidFill>
            <a:schemeClr val="accent4"/>
          </a:solidFill>
          <a:latin typeface="+mn-lt"/>
          <a:ea typeface="+mn-ea"/>
          <a:cs typeface="+mn-cs"/>
        </a:defRPr>
      </a:lvl4pPr>
      <a:lvl5pPr marL="3517125" indent="-390792" algn="l" defTabSz="781583" rtl="0" eaLnBrk="1" latinLnBrk="0" hangingPunct="1">
        <a:spcBef>
          <a:spcPct val="20000"/>
        </a:spcBef>
        <a:buFont typeface="Arial"/>
        <a:buChar char="»"/>
        <a:defRPr sz="3400" kern="1200">
          <a:solidFill>
            <a:schemeClr val="accent5"/>
          </a:solidFill>
          <a:latin typeface="+mn-lt"/>
          <a:ea typeface="+mn-ea"/>
          <a:cs typeface="+mn-cs"/>
        </a:defRPr>
      </a:lvl5pPr>
      <a:lvl6pPr marL="4298709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6pPr>
      <a:lvl7pPr marL="5080292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7pPr>
      <a:lvl8pPr marL="5861876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8pPr>
      <a:lvl9pPr marL="6643459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1pPr>
      <a:lvl2pPr marL="781583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56316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3pPr>
      <a:lvl4pPr marL="234475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4pPr>
      <a:lvl5pPr marL="3126334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5pPr>
      <a:lvl6pPr marL="390791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6pPr>
      <a:lvl7pPr marL="468950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7pPr>
      <a:lvl8pPr marL="5471084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8pPr>
      <a:lvl9pPr marL="625266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lgonquincollege.libguides.com/digital-portfolio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4C1AD-765C-7EEA-7738-73E91F1B6F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HireAC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38C1CE-2139-D9B3-8FD2-37CC2234BE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YOUR HOW TO GUIDE</a:t>
            </a:r>
          </a:p>
        </p:txBody>
      </p:sp>
    </p:spTree>
    <p:extLst>
      <p:ext uri="{BB962C8B-B14F-4D97-AF65-F5344CB8AC3E}">
        <p14:creationId xmlns:p14="http://schemas.microsoft.com/office/powerpoint/2010/main" val="3706490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12881" y="768365"/>
            <a:ext cx="14407454" cy="1335973"/>
          </a:xfrm>
        </p:spPr>
        <p:txBody>
          <a:bodyPr/>
          <a:lstStyle/>
          <a:p>
            <a:r>
              <a:rPr lang="en-US" dirty="0"/>
              <a:t>HireAC Guide Sections</a:t>
            </a:r>
            <a:endParaRPr lang="en-US" sz="3600" b="0" dirty="0">
              <a:solidFill>
                <a:schemeClr val="accent5"/>
              </a:solidFill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812881" y="1817755"/>
            <a:ext cx="14232047" cy="5399474"/>
          </a:xfrm>
        </p:spPr>
        <p:txBody>
          <a:bodyPr numCol="2"/>
          <a:lstStyle/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Getting Started with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Cooperative Education Module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Changing Preferred Name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Downloading the Co-op Work Permit Confirmation Letter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b="1" dirty="0"/>
              <a:t>Co-op Documents Page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Co-op Job Postings Page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Setting up Job Alerts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endParaRPr lang="en-US" sz="2800" dirty="0"/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endParaRPr lang="en-US" sz="2800" dirty="0"/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Co-op Interviews Page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Co-op Job Offers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Co-op Work-term record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Booking a Peer Review meeting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Events And Workshops Module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Career &amp; Employment Module in HireAC</a:t>
            </a:r>
          </a:p>
          <a:p>
            <a:pPr>
              <a:buClr>
                <a:schemeClr val="tx2"/>
              </a:buClr>
            </a:pPr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97279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0DFD7-16ED-8877-BF89-5C7A899B6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0B67F-A306-D594-27F6-DB5A8FD52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5. Co-op </a:t>
            </a:r>
            <a:r>
              <a:rPr lang="en-US" dirty="0"/>
              <a:t>Documents Page in HireAC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785C7-A084-A84A-7F8C-7BCAA69147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upload your resume and cover letter to HireAC and create a job application package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E540C2-2785-C2C8-9835-6AE88D4ECC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4725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E3FBB-147F-8348-54D8-68E28BEDF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9A90B-3D40-A756-D2BF-8C2B40D7D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768365"/>
            <a:ext cx="14035233" cy="1335973"/>
          </a:xfrm>
        </p:spPr>
        <p:txBody>
          <a:bodyPr/>
          <a:lstStyle/>
          <a:p>
            <a:r>
              <a:rPr lang="en-US" dirty="0"/>
              <a:t>Uploading your Resume and Cover Letter to HireAC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ED635C-9CEE-E4ED-E6E1-29E9E333160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1" y="2291787"/>
            <a:ext cx="4165519" cy="3499413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800" dirty="0"/>
              <a:t>Go to HireAC, Co-op module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Click on the </a:t>
            </a:r>
            <a:r>
              <a:rPr lang="en-US" sz="2800" b="1" dirty="0"/>
              <a:t>Co-op</a:t>
            </a:r>
            <a:r>
              <a:rPr lang="en-US" sz="2800" dirty="0"/>
              <a:t> </a:t>
            </a:r>
            <a:r>
              <a:rPr lang="en-US" sz="2800" b="1" dirty="0"/>
              <a:t>Documents</a:t>
            </a:r>
            <a:r>
              <a:rPr lang="en-US" sz="2800" dirty="0"/>
              <a:t> tab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Click on </a:t>
            </a:r>
            <a:r>
              <a:rPr lang="en-US" sz="2800" b="1" dirty="0"/>
              <a:t>Upload Document </a:t>
            </a:r>
            <a:r>
              <a:rPr lang="en-US" sz="2800" dirty="0"/>
              <a:t>to upload your: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sz="2800" dirty="0"/>
              <a:t>Resume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sz="2800" dirty="0"/>
              <a:t>Cover Letter</a:t>
            </a:r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DD313B-8DF0-C2DE-940F-5A5C42B1CDC5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83B33F-1711-0AAC-FDA1-DE53B7BCB38C}"/>
              </a:ext>
            </a:extLst>
          </p:cNvPr>
          <p:cNvPicPr/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0000"/>
                    </a14:imgEffect>
                  </a14:imgLayer>
                </a14:imgProps>
              </a:ext>
            </a:extLst>
          </a:blip>
          <a:srcRect t="20585" r="65128" b="5203"/>
          <a:stretch/>
        </p:blipFill>
        <p:spPr bwMode="auto">
          <a:xfrm>
            <a:off x="6208921" y="2291787"/>
            <a:ext cx="9235786" cy="55290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Rounded Rectangle 6">
            <a:extLst>
              <a:ext uri="{FF2B5EF4-FFF2-40B4-BE49-F238E27FC236}">
                <a16:creationId xmlns:a16="http://schemas.microsoft.com/office/drawing/2014/main" id="{7B80BF34-98A6-6E24-5756-5EC3126B63C9}"/>
              </a:ext>
            </a:extLst>
          </p:cNvPr>
          <p:cNvSpPr/>
          <p:nvPr/>
        </p:nvSpPr>
        <p:spPr>
          <a:xfrm>
            <a:off x="5606078" y="3268299"/>
            <a:ext cx="560440" cy="530942"/>
          </a:xfrm>
          <a:prstGeom prst="roundRect">
            <a:avLst/>
          </a:prstGeom>
          <a:solidFill>
            <a:srgbClr val="006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7" name="Rounded Rectangle 8">
            <a:extLst>
              <a:ext uri="{FF2B5EF4-FFF2-40B4-BE49-F238E27FC236}">
                <a16:creationId xmlns:a16="http://schemas.microsoft.com/office/drawing/2014/main" id="{5AE3A92B-659B-5500-F3D3-1F5471A96A90}"/>
              </a:ext>
            </a:extLst>
          </p:cNvPr>
          <p:cNvSpPr/>
          <p:nvPr/>
        </p:nvSpPr>
        <p:spPr>
          <a:xfrm>
            <a:off x="5593332" y="4099686"/>
            <a:ext cx="560440" cy="530942"/>
          </a:xfrm>
          <a:prstGeom prst="roundRect">
            <a:avLst/>
          </a:prstGeom>
          <a:solidFill>
            <a:srgbClr val="006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8" name="Rounded Rectangle 9">
            <a:extLst>
              <a:ext uri="{FF2B5EF4-FFF2-40B4-BE49-F238E27FC236}">
                <a16:creationId xmlns:a16="http://schemas.microsoft.com/office/drawing/2014/main" id="{CF891BAF-81CF-25D1-74E2-675BB09A5747}"/>
              </a:ext>
            </a:extLst>
          </p:cNvPr>
          <p:cNvSpPr/>
          <p:nvPr/>
        </p:nvSpPr>
        <p:spPr>
          <a:xfrm>
            <a:off x="11165145" y="2448502"/>
            <a:ext cx="560440" cy="530942"/>
          </a:xfrm>
          <a:prstGeom prst="roundRect">
            <a:avLst/>
          </a:prstGeom>
          <a:solidFill>
            <a:srgbClr val="006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59124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7566E-140C-EA2A-04B3-95483EE25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BD0B4-657E-8E06-F72C-2447948C4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768366"/>
            <a:ext cx="14035233" cy="784664"/>
          </a:xfrm>
        </p:spPr>
        <p:txBody>
          <a:bodyPr/>
          <a:lstStyle/>
          <a:p>
            <a:r>
              <a:rPr lang="en-US" sz="4400" dirty="0"/>
              <a:t>Uploading your Resume and Cover Letter to HireAC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8C6FD-DFF5-53CC-FA9A-F967154BBF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1" y="1596339"/>
            <a:ext cx="14325519" cy="3499413"/>
          </a:xfrm>
        </p:spPr>
        <p:txBody>
          <a:bodyPr/>
          <a:lstStyle/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100" b="1" dirty="0">
                <a:latin typeface="Arial" pitchFamily="34" charset="0"/>
                <a:cs typeface="Arial" pitchFamily="34" charset="0"/>
              </a:rPr>
              <a:t>Name your document; </a:t>
            </a:r>
            <a:r>
              <a:rPr lang="en-US" sz="2100" dirty="0">
                <a:latin typeface="Arial" pitchFamily="34" charset="0"/>
                <a:cs typeface="Arial" pitchFamily="34" charset="0"/>
              </a:rPr>
              <a:t>please consider using the following naming structure for your documents. </a:t>
            </a:r>
          </a:p>
          <a:p>
            <a:pPr marL="1727273" lvl="1" indent="-457200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sz="2100" b="1" dirty="0">
                <a:latin typeface="Arial" pitchFamily="34" charset="0"/>
                <a:cs typeface="Arial" pitchFamily="34" charset="0"/>
              </a:rPr>
              <a:t>Resume: </a:t>
            </a:r>
            <a:r>
              <a:rPr lang="en-US" sz="2100" dirty="0" err="1">
                <a:latin typeface="Arial" pitchFamily="34" charset="0"/>
                <a:cs typeface="Arial" pitchFamily="34" charset="0"/>
              </a:rPr>
              <a:t>jobtitle_companyname</a:t>
            </a:r>
            <a:r>
              <a:rPr lang="en-US" sz="2100" dirty="0">
                <a:latin typeface="Arial" pitchFamily="34" charset="0"/>
                <a:cs typeface="Arial" pitchFamily="34" charset="0"/>
              </a:rPr>
              <a:t>; </a:t>
            </a:r>
            <a:r>
              <a:rPr lang="en-US" sz="2100" b="1" dirty="0">
                <a:latin typeface="Arial" pitchFamily="34" charset="0"/>
                <a:cs typeface="Arial" pitchFamily="34" charset="0"/>
              </a:rPr>
              <a:t>Cover Letter: </a:t>
            </a:r>
            <a:r>
              <a:rPr lang="en-US" sz="2100" dirty="0" err="1">
                <a:latin typeface="Arial" pitchFamily="34" charset="0"/>
                <a:cs typeface="Arial" pitchFamily="34" charset="0"/>
              </a:rPr>
              <a:t>jobtitle_companyname</a:t>
            </a:r>
            <a:endParaRPr lang="en-US" sz="2100" dirty="0">
              <a:latin typeface="Arial" pitchFamily="34" charset="0"/>
              <a:cs typeface="Arial" pitchFamily="34" charset="0"/>
            </a:endParaRP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100" dirty="0">
                <a:latin typeface="Arial" pitchFamily="34" charset="0"/>
                <a:cs typeface="Arial" pitchFamily="34" charset="0"/>
              </a:rPr>
              <a:t>Select the document </a:t>
            </a:r>
            <a:r>
              <a:rPr lang="en-US" sz="2100" b="1" dirty="0">
                <a:latin typeface="Arial" pitchFamily="34" charset="0"/>
                <a:cs typeface="Arial" pitchFamily="34" charset="0"/>
              </a:rPr>
              <a:t>Type </a:t>
            </a:r>
            <a:r>
              <a:rPr lang="en-US" sz="2100" dirty="0">
                <a:latin typeface="Arial" pitchFamily="34" charset="0"/>
                <a:cs typeface="Arial" pitchFamily="34" charset="0"/>
              </a:rPr>
              <a:t>from the drop-down list.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100" dirty="0">
                <a:latin typeface="Arial" pitchFamily="34" charset="0"/>
                <a:cs typeface="Arial" pitchFamily="34" charset="0"/>
              </a:rPr>
              <a:t>Click </a:t>
            </a:r>
            <a:r>
              <a:rPr lang="en-US" sz="2100" b="1" dirty="0">
                <a:latin typeface="Arial" pitchFamily="34" charset="0"/>
                <a:cs typeface="Arial" pitchFamily="34" charset="0"/>
              </a:rPr>
              <a:t>Upload New File</a:t>
            </a:r>
            <a:r>
              <a:rPr lang="en-US" sz="2100" dirty="0">
                <a:latin typeface="Arial" pitchFamily="34" charset="0"/>
                <a:cs typeface="Arial" pitchFamily="34" charset="0"/>
              </a:rPr>
              <a:t> and select the document you saved on your computer. Click </a:t>
            </a:r>
            <a:r>
              <a:rPr lang="en-US" sz="2100" b="1" dirty="0">
                <a:latin typeface="Arial" pitchFamily="34" charset="0"/>
                <a:cs typeface="Arial" pitchFamily="34" charset="0"/>
              </a:rPr>
              <a:t>Upload Document.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100" dirty="0">
                <a:latin typeface="Arial" pitchFamily="34" charset="0"/>
                <a:cs typeface="Arial" pitchFamily="34" charset="0"/>
              </a:rPr>
              <a:t>Your document will appear under </a:t>
            </a:r>
            <a:r>
              <a:rPr lang="en-US" sz="2100" b="1" dirty="0">
                <a:latin typeface="Arial" pitchFamily="34" charset="0"/>
                <a:cs typeface="Arial" pitchFamily="34" charset="0"/>
              </a:rPr>
              <a:t>Documents. </a:t>
            </a:r>
            <a:r>
              <a:rPr lang="en-US" sz="2100" dirty="0">
                <a:latin typeface="Arial" pitchFamily="34" charset="0"/>
                <a:cs typeface="Arial" pitchFamily="34" charset="0"/>
              </a:rPr>
              <a:t>Click on the </a:t>
            </a:r>
            <a:r>
              <a:rPr lang="en-US" sz="2100" b="1" dirty="0">
                <a:latin typeface="Arial" pitchFamily="34" charset="0"/>
                <a:cs typeface="Arial" pitchFamily="34" charset="0"/>
              </a:rPr>
              <a:t>Quick Preview </a:t>
            </a:r>
            <a:r>
              <a:rPr lang="en-US" sz="2100" dirty="0">
                <a:latin typeface="Arial" pitchFamily="34" charset="0"/>
                <a:cs typeface="Arial" pitchFamily="34" charset="0"/>
              </a:rPr>
              <a:t>to view and check the content and formatting.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100" b="1" dirty="0">
                <a:latin typeface="Arial" pitchFamily="34" charset="0"/>
                <a:cs typeface="Arial" pitchFamily="34" charset="0"/>
              </a:rPr>
              <a:t>Please note:</a:t>
            </a:r>
            <a:r>
              <a:rPr lang="en-US" sz="2100" dirty="0">
                <a:latin typeface="Arial" pitchFamily="34" charset="0"/>
                <a:cs typeface="Arial" pitchFamily="34" charset="0"/>
              </a:rPr>
              <a:t> HireAC does not have a section for uploading a transcript. If a transcript is requested as part of your application, please include it as an additional page to your resume.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8D2CFE-0313-0D8E-13DE-CCADE440B34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9" name="Content Placeholder 16">
            <a:extLst>
              <a:ext uri="{FF2B5EF4-FFF2-40B4-BE49-F238E27FC236}">
                <a16:creationId xmlns:a16="http://schemas.microsoft.com/office/drawing/2014/main" id="{280B01CB-4334-F36D-8506-938E78E44B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3197" y="7507934"/>
            <a:ext cx="11564602" cy="12705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7F5CC09-B89E-D7C5-C986-5DCE9A73A1B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0769"/>
          <a:stretch/>
        </p:blipFill>
        <p:spPr>
          <a:xfrm>
            <a:off x="6280906" y="5491245"/>
            <a:ext cx="3695775" cy="18144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Rounded Rectangle 17">
            <a:extLst>
              <a:ext uri="{FF2B5EF4-FFF2-40B4-BE49-F238E27FC236}">
                <a16:creationId xmlns:a16="http://schemas.microsoft.com/office/drawing/2014/main" id="{E5D34C38-1E09-812D-A6BD-948C33E39F29}"/>
              </a:ext>
            </a:extLst>
          </p:cNvPr>
          <p:cNvSpPr/>
          <p:nvPr/>
        </p:nvSpPr>
        <p:spPr>
          <a:xfrm>
            <a:off x="5645270" y="5683009"/>
            <a:ext cx="519522" cy="511897"/>
          </a:xfrm>
          <a:prstGeom prst="roundRect">
            <a:avLst/>
          </a:prstGeom>
          <a:solidFill>
            <a:srgbClr val="006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1</a:t>
            </a:r>
          </a:p>
        </p:txBody>
      </p:sp>
      <p:sp>
        <p:nvSpPr>
          <p:cNvPr id="12" name="Rounded Rectangle 26">
            <a:extLst>
              <a:ext uri="{FF2B5EF4-FFF2-40B4-BE49-F238E27FC236}">
                <a16:creationId xmlns:a16="http://schemas.microsoft.com/office/drawing/2014/main" id="{39022AFE-FC84-2E00-F203-AE1C209456DC}"/>
              </a:ext>
            </a:extLst>
          </p:cNvPr>
          <p:cNvSpPr/>
          <p:nvPr/>
        </p:nvSpPr>
        <p:spPr>
          <a:xfrm>
            <a:off x="10092795" y="6194906"/>
            <a:ext cx="519522" cy="511897"/>
          </a:xfrm>
          <a:prstGeom prst="roundRect">
            <a:avLst/>
          </a:prstGeom>
          <a:solidFill>
            <a:srgbClr val="006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2</a:t>
            </a:r>
          </a:p>
        </p:txBody>
      </p:sp>
      <p:sp>
        <p:nvSpPr>
          <p:cNvPr id="13" name="Rounded Rectangle 27">
            <a:extLst>
              <a:ext uri="{FF2B5EF4-FFF2-40B4-BE49-F238E27FC236}">
                <a16:creationId xmlns:a16="http://schemas.microsoft.com/office/drawing/2014/main" id="{F10ACF04-286E-F89C-8CA6-1CAE94B79EA6}"/>
              </a:ext>
            </a:extLst>
          </p:cNvPr>
          <p:cNvSpPr/>
          <p:nvPr/>
        </p:nvSpPr>
        <p:spPr>
          <a:xfrm>
            <a:off x="5645270" y="6782163"/>
            <a:ext cx="519522" cy="511897"/>
          </a:xfrm>
          <a:prstGeom prst="roundRect">
            <a:avLst/>
          </a:prstGeom>
          <a:solidFill>
            <a:srgbClr val="006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3</a:t>
            </a:r>
          </a:p>
        </p:txBody>
      </p:sp>
      <p:sp>
        <p:nvSpPr>
          <p:cNvPr id="14" name="Rounded Rectangle 25">
            <a:extLst>
              <a:ext uri="{FF2B5EF4-FFF2-40B4-BE49-F238E27FC236}">
                <a16:creationId xmlns:a16="http://schemas.microsoft.com/office/drawing/2014/main" id="{5A28C484-55BF-B512-90D5-43BFD03E366B}"/>
              </a:ext>
            </a:extLst>
          </p:cNvPr>
          <p:cNvSpPr/>
          <p:nvPr/>
        </p:nvSpPr>
        <p:spPr>
          <a:xfrm>
            <a:off x="3652579" y="6957518"/>
            <a:ext cx="519522" cy="511897"/>
          </a:xfrm>
          <a:prstGeom prst="roundRect">
            <a:avLst/>
          </a:prstGeom>
          <a:solidFill>
            <a:srgbClr val="006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508177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6A24D-248A-890F-529A-1E1E65C7F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8D6F0-2D1E-B0BD-91E5-8AF01A8F5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768365"/>
            <a:ext cx="14035233" cy="1335973"/>
          </a:xfrm>
        </p:spPr>
        <p:txBody>
          <a:bodyPr/>
          <a:lstStyle/>
          <a:p>
            <a:r>
              <a:rPr lang="en-US" dirty="0"/>
              <a:t>Upload your Portfolio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410222-6DEE-7C83-A5A7-EC9DA2CA495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0" y="1795105"/>
            <a:ext cx="14194891" cy="2631752"/>
          </a:xfrm>
        </p:spPr>
        <p:txBody>
          <a:bodyPr/>
          <a:lstStyle/>
          <a:p>
            <a:pPr marL="342900" indent="-342900">
              <a:spcBef>
                <a:spcPts val="600"/>
              </a:spcBef>
              <a:spcAft>
                <a:spcPts val="1200"/>
              </a:spcAft>
              <a:buClr>
                <a:srgbClr val="589278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A </a:t>
            </a:r>
            <a:r>
              <a:rPr lang="en-US" sz="2400" b="1" dirty="0"/>
              <a:t>Portfolio </a:t>
            </a:r>
            <a:r>
              <a:rPr lang="en-US" sz="2400" dirty="0"/>
              <a:t>is an effective self-marketing tool that contains a collection of your work, skills and accomplishments organized in a visually appealing, professional and creative way. </a:t>
            </a:r>
          </a:p>
          <a:p>
            <a:pPr marL="341313" lvl="1" indent="-341313">
              <a:spcBef>
                <a:spcPts val="600"/>
              </a:spcBef>
              <a:spcAft>
                <a:spcPts val="1200"/>
              </a:spcAft>
              <a:buClr>
                <a:srgbClr val="589278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Employers who require students to include a portfolio as part of their applications, will also indicate this as a requirement in their job posting(s). </a:t>
            </a:r>
          </a:p>
          <a:p>
            <a:pPr marL="342900" indent="-342900">
              <a:spcBef>
                <a:spcPts val="600"/>
              </a:spcBef>
              <a:spcAft>
                <a:spcPts val="1200"/>
              </a:spcAft>
              <a:buClr>
                <a:srgbClr val="589278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A Portfolio can be a Website URL or a PDF.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223099-2EB0-7FA1-C869-DDE9330071A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1C00EFD-A44B-7221-6B26-EA3F866375A7}"/>
              </a:ext>
            </a:extLst>
          </p:cNvPr>
          <p:cNvSpPr txBox="1">
            <a:spLocks/>
          </p:cNvSpPr>
          <p:nvPr/>
        </p:nvSpPr>
        <p:spPr>
          <a:xfrm>
            <a:off x="812880" y="4541975"/>
            <a:ext cx="6473700" cy="3179626"/>
          </a:xfrm>
          <a:prstGeom prst="rect">
            <a:avLst/>
          </a:prstGeom>
        </p:spPr>
        <p:txBody>
          <a:bodyPr/>
          <a:lstStyle>
            <a:lvl1pPr marL="0" indent="0" algn="l" defTabSz="781583" rtl="0" eaLnBrk="1" latinLnBrk="0" hangingPunct="1"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  <a:buFontTx/>
              <a:buNone/>
              <a:defRPr sz="32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1270073" indent="-488490" algn="l" defTabSz="781583" rtl="0" eaLnBrk="1" latinLnBrk="0" hangingPunct="1"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Arial"/>
              <a:buChar char="•"/>
              <a:defRPr sz="32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2pPr>
            <a:lvl3pPr marL="2020367" indent="-457200" algn="l" defTabSz="781583" rtl="0" eaLnBrk="1" latinLnBrk="0" hangingPunct="1"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  <a:buSzPct val="60000"/>
              <a:buFont typeface="Wingdings" charset="2"/>
              <a:buChar char="§"/>
              <a:defRPr sz="3200" kern="1200" baseline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3pPr>
            <a:lvl4pPr marL="2735542" indent="-390792" algn="l" defTabSz="781583" rtl="0" eaLnBrk="1" latinLnBrk="0" hangingPunct="1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90000"/>
              <a:buFont typeface="Arial"/>
              <a:buChar char="–"/>
              <a:defRPr sz="21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4pPr>
            <a:lvl5pPr marL="3517125" indent="-390792" algn="l" defTabSz="781583" rtl="0" eaLnBrk="1" latinLnBrk="0" hangingPunct="1">
              <a:spcBef>
                <a:spcPct val="20000"/>
              </a:spcBef>
              <a:buFont typeface="Arial"/>
              <a:buChar char="»"/>
              <a:defRPr sz="34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5pPr>
            <a:lvl6pPr marL="4298709" indent="-390792" algn="l" defTabSz="781583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080292" indent="-390792" algn="l" defTabSz="781583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861876" indent="-390792" algn="l" defTabSz="781583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643459" indent="-390792" algn="l" defTabSz="781583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/>
              <a:t>Website </a:t>
            </a:r>
            <a:r>
              <a:rPr lang="en-US" sz="2400" b="1" i="1" dirty="0"/>
              <a:t>(Suggested Method)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Use online tools, such </a:t>
            </a:r>
            <a:r>
              <a:rPr lang="en-US" sz="2400" dirty="0">
                <a:hlinkClick r:id="rId3"/>
              </a:rPr>
              <a:t>Adobe Express (formerly Adobe Spark) </a:t>
            </a:r>
            <a:r>
              <a:rPr lang="en-US" sz="2400" dirty="0"/>
              <a:t> or </a:t>
            </a:r>
            <a:r>
              <a:rPr lang="en-US" sz="2400" dirty="0" err="1"/>
              <a:t>Github</a:t>
            </a:r>
            <a:r>
              <a:rPr lang="en-US" sz="2400" dirty="0"/>
              <a:t> to organize your work samples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Add the website URL to your resume header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Upload your resume to HireAC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5B5B488-AF8F-A99E-A52C-B6DBE94459F5}"/>
              </a:ext>
            </a:extLst>
          </p:cNvPr>
          <p:cNvSpPr txBox="1">
            <a:spLocks/>
          </p:cNvSpPr>
          <p:nvPr/>
        </p:nvSpPr>
        <p:spPr>
          <a:xfrm>
            <a:off x="8534070" y="4540979"/>
            <a:ext cx="6473701" cy="3496598"/>
          </a:xfrm>
          <a:prstGeom prst="rect">
            <a:avLst/>
          </a:prstGeom>
        </p:spPr>
        <p:txBody>
          <a:bodyPr/>
          <a:lstStyle>
            <a:lvl1pPr marL="0" indent="0" algn="l" defTabSz="781583" rtl="0" eaLnBrk="1" latinLnBrk="0" hangingPunct="1"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  <a:buFontTx/>
              <a:buNone/>
              <a:defRPr sz="32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1270073" indent="-488490" algn="l" defTabSz="781583" rtl="0" eaLnBrk="1" latinLnBrk="0" hangingPunct="1"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Arial"/>
              <a:buChar char="•"/>
              <a:defRPr sz="32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2pPr>
            <a:lvl3pPr marL="2020367" indent="-457200" algn="l" defTabSz="781583" rtl="0" eaLnBrk="1" latinLnBrk="0" hangingPunct="1"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  <a:buSzPct val="60000"/>
              <a:buFont typeface="Wingdings" charset="2"/>
              <a:buChar char="§"/>
              <a:defRPr sz="3200" kern="1200" baseline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3pPr>
            <a:lvl4pPr marL="2735542" indent="-390792" algn="l" defTabSz="781583" rtl="0" eaLnBrk="1" latinLnBrk="0" hangingPunct="1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90000"/>
              <a:buFont typeface="Arial"/>
              <a:buChar char="–"/>
              <a:defRPr sz="21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4pPr>
            <a:lvl5pPr marL="3517125" indent="-390792" algn="l" defTabSz="781583" rtl="0" eaLnBrk="1" latinLnBrk="0" hangingPunct="1">
              <a:spcBef>
                <a:spcPct val="20000"/>
              </a:spcBef>
              <a:buFont typeface="Arial"/>
              <a:buChar char="»"/>
              <a:defRPr sz="34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5pPr>
            <a:lvl6pPr marL="4298709" indent="-390792" algn="l" defTabSz="781583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080292" indent="-390792" algn="l" defTabSz="781583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861876" indent="-390792" algn="l" defTabSz="781583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643459" indent="-390792" algn="l" defTabSz="781583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/>
              <a:t>PDF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Create a PDF with your samples work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Add this PDF as an additional page to your resume and upload your resume to HireAC</a:t>
            </a:r>
          </a:p>
          <a:p>
            <a:pPr marL="914400" lvl="1" indent="-406400">
              <a:buFont typeface="+mj-lt"/>
              <a:buAutoNum type="alphaLcPeriod"/>
            </a:pPr>
            <a:r>
              <a:rPr lang="en-US" sz="2400" dirty="0"/>
              <a:t>Your PDF can not be larger than 1MB</a:t>
            </a:r>
          </a:p>
        </p:txBody>
      </p:sp>
    </p:spTree>
    <p:extLst>
      <p:ext uri="{BB962C8B-B14F-4D97-AF65-F5344CB8AC3E}">
        <p14:creationId xmlns:p14="http://schemas.microsoft.com/office/powerpoint/2010/main" val="2437713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lgonquin College Colours">
      <a:dk1>
        <a:srgbClr val="423F3F"/>
      </a:dk1>
      <a:lt1>
        <a:sysClr val="window" lastClr="FFFFFF"/>
      </a:lt1>
      <a:dk2>
        <a:srgbClr val="00673E"/>
      </a:dk2>
      <a:lt2>
        <a:srgbClr val="FFFFFF"/>
      </a:lt2>
      <a:accent1>
        <a:srgbClr val="00673E"/>
      </a:accent1>
      <a:accent2>
        <a:srgbClr val="599A83"/>
      </a:accent2>
      <a:accent3>
        <a:srgbClr val="A6C8BC"/>
      </a:accent3>
      <a:accent4>
        <a:srgbClr val="408A70"/>
      </a:accent4>
      <a:accent5>
        <a:srgbClr val="423F3F"/>
      </a:accent5>
      <a:accent6>
        <a:srgbClr val="B4B2B5"/>
      </a:accent6>
      <a:hlink>
        <a:srgbClr val="43B02A"/>
      </a:hlink>
      <a:folHlink>
        <a:srgbClr val="7AC143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9b32561-d7d7-4dfa-8a59-67a413273d53">
      <Terms xmlns="http://schemas.microsoft.com/office/infopath/2007/PartnerControls"/>
    </lcf76f155ced4ddcb4097134ff3c332f>
    <TaxCatchAll xmlns="7919ad2a-9438-4f4a-bfa1-d8077e5442e4" xsi:nil="true"/>
    <SharedWithUsers xmlns="7919ad2a-9438-4f4a-bfa1-d8077e5442e4">
      <UserInfo>
        <DisplayName>Alexis Gunawardena</DisplayName>
        <AccountId>12</AccountId>
        <AccountType/>
      </UserInfo>
    </SharedWithUser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F40E62984E36E41B40E4AEF59E3C0FE" ma:contentTypeVersion="14" ma:contentTypeDescription="Create a new document." ma:contentTypeScope="" ma:versionID="a00941347cade0b10d45fff8e14b635c">
  <xsd:schema xmlns:xsd="http://www.w3.org/2001/XMLSchema" xmlns:xs="http://www.w3.org/2001/XMLSchema" xmlns:p="http://schemas.microsoft.com/office/2006/metadata/properties" xmlns:ns2="c9b32561-d7d7-4dfa-8a59-67a413273d53" xmlns:ns3="7919ad2a-9438-4f4a-bfa1-d8077e5442e4" targetNamespace="http://schemas.microsoft.com/office/2006/metadata/properties" ma:root="true" ma:fieldsID="2487fe0bb9eb149db166dfa143885f52" ns2:_="" ns3:_="">
    <xsd:import namespace="c9b32561-d7d7-4dfa-8a59-67a413273d53"/>
    <xsd:import namespace="7919ad2a-9438-4f4a-bfa1-d8077e5442e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DateTaken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b32561-d7d7-4dfa-8a59-67a413273d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2b5a200e-6db3-4776-8e88-7d4fd5d3dcb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19ad2a-9438-4f4a-bfa1-d8077e5442e4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146086da-b50f-4181-a608-cf85c863bd42}" ma:internalName="TaxCatchAll" ma:showField="CatchAllData" ma:web="7919ad2a-9438-4f4a-bfa1-d8077e5442e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949F3FB-7CD5-4916-81AD-3823EB13989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95F755C-A93C-4C23-A937-BED307F72836}">
  <ds:schemaRefs>
    <ds:schemaRef ds:uri="http://purl.org/dc/dcmitype/"/>
    <ds:schemaRef ds:uri="http://schemas.microsoft.com/office/2006/documentManagement/types"/>
    <ds:schemaRef ds:uri="http://purl.org/dc/elements/1.1/"/>
    <ds:schemaRef ds:uri="http://www.w3.org/XML/1998/namespace"/>
    <ds:schemaRef ds:uri="http://schemas.microsoft.com/office/2006/metadata/properties"/>
    <ds:schemaRef ds:uri="7919ad2a-9438-4f4a-bfa1-d8077e5442e4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c9b32561-d7d7-4dfa-8a59-67a413273d53"/>
    <ds:schemaRef ds:uri="5060071d-f4bf-4906-8547-4020ef716f6b"/>
    <ds:schemaRef ds:uri="eb4cedc2-3998-41de-9798-b9a5ad4d6676"/>
  </ds:schemaRefs>
</ds:datastoreItem>
</file>

<file path=customXml/itemProps3.xml><?xml version="1.0" encoding="utf-8"?>
<ds:datastoreItem xmlns:ds="http://schemas.openxmlformats.org/officeDocument/2006/customXml" ds:itemID="{469431C4-9351-48BB-9713-457169A6D41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9b32561-d7d7-4dfa-8a59-67a413273d53"/>
    <ds:schemaRef ds:uri="7919ad2a-9438-4f4a-bfa1-d8077e5442e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c1bd924-0a6a-4aa9-aa89-c980316c0449}" enabled="0" method="" siteId="{ec1bd924-0a6a-4aa9-aa89-c980316c044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3303</TotalTime>
  <Words>408</Words>
  <Application>Microsoft Office PowerPoint</Application>
  <PresentationFormat>Custom</PresentationFormat>
  <Paragraphs>60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Wingdings</vt:lpstr>
      <vt:lpstr>Office Theme</vt:lpstr>
      <vt:lpstr>HireAC</vt:lpstr>
      <vt:lpstr>HireAC Guide Sections</vt:lpstr>
      <vt:lpstr>5. Co-op Documents Page in HireAC</vt:lpstr>
      <vt:lpstr>Uploading your Resume and Cover Letter to HireAC</vt:lpstr>
      <vt:lpstr>Uploading your Resume and Cover Letter to HireAC</vt:lpstr>
      <vt:lpstr>Upload your Portfolio</vt:lpstr>
    </vt:vector>
  </TitlesOfParts>
  <Company>Salt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Daniela Chavez Ackermann</dc:creator>
  <cp:lastModifiedBy>Tetyana Semenovych</cp:lastModifiedBy>
  <cp:revision>227</cp:revision>
  <dcterms:created xsi:type="dcterms:W3CDTF">2016-12-21T16:02:28Z</dcterms:created>
  <dcterms:modified xsi:type="dcterms:W3CDTF">2025-08-26T01:41:35Z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0x0101003F40E62984E36E41B40E4AEF59E3C0FE</vt:lpwstr>
  </property>
</Properties>
</file>