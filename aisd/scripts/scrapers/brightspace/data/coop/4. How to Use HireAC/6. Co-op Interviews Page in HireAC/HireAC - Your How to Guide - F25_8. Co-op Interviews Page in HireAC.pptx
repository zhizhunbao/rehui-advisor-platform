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36" r:id="rId5"/>
    <p:sldId id="365" r:id="rId6"/>
    <p:sldId id="344" r:id="rId7"/>
    <p:sldId id="411" r:id="rId8"/>
    <p:sldId id="412" r:id="rId9"/>
    <p:sldId id="413" r:id="rId10"/>
    <p:sldId id="414" r:id="rId11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6040"/>
    <a:srgbClr val="589278"/>
    <a:srgbClr val="006643"/>
    <a:srgbClr val="338267"/>
    <a:srgbClr val="267A52"/>
    <a:srgbClr val="43B02A"/>
    <a:srgbClr val="00673E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5" autoAdjust="0"/>
    <p:restoredTop sz="85007" autoAdjust="0"/>
  </p:normalViewPr>
  <p:slideViewPr>
    <p:cSldViewPr snapToGrid="0" snapToObjects="1">
      <p:cViewPr varScale="1">
        <p:scale>
          <a:sx n="47" d="100"/>
          <a:sy n="47" d="100"/>
        </p:scale>
        <p:origin x="1632" y="67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94EC8-2DE1-F2E1-492D-FDBB7EB73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7185A-B88E-F930-8955-2E3A80BFB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2280B-ED2A-0718-295A-8DF90BC20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DBC30-4BB0-999A-1FAA-A8FEFF6387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43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495B4-A6D2-B730-E2E1-27F5A5557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73296-2EDD-7EB9-E766-C8ECB78DC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D550D-BBCD-9FFC-918B-FF2C2E5DD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9C2B5-CBE8-D5ED-138C-2CF52E6C0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60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2E076-1181-3168-D34C-13BF6D22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F095F-B30A-1465-363C-9391306FB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92276-1132-BCC2-DC6A-BB0489F2C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A02DC-DF56-C313-77D9-21B6641F6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90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49922-66DC-0C51-DCF0-F07C1CE0D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80501-0970-5CD4-A1E7-D418C1EB9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663F7-97E7-9DC0-801C-4A46A2B17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3E265-917C-0EBF-95F2-643A49A5F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44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2023</a:t>
            </a:r>
            <a:endParaRPr lang="en-US" dirty="0"/>
          </a:p>
        </p:txBody>
      </p:sp>
      <p:sp>
        <p:nvSpPr>
          <p:cNvPr id="60" name="AutoShape 25">
            <a:extLst>
              <a:ext uri="{FF2B5EF4-FFF2-40B4-BE49-F238E27FC236}">
                <a16:creationId xmlns:a16="http://schemas.microsoft.com/office/drawing/2014/main" id="{EB6E2FE3-939D-5704-E0EE-C748EF76D90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2841625" y="1471614"/>
            <a:ext cx="10574338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7" name="Picture 5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8870E9-517B-BF5A-661F-CB79DA7D7F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0249"/>
          <a:stretch/>
        </p:blipFill>
        <p:spPr>
          <a:xfrm>
            <a:off x="11779224" y="426723"/>
            <a:ext cx="4086909" cy="2201222"/>
          </a:xfrm>
          <a:prstGeom prst="rect">
            <a:avLst/>
          </a:prstGeom>
        </p:spPr>
      </p:pic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3B14D2C6-9BD8-442C-6213-AB201EC4A5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40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65F924-4638-D48A-9C53-267EC9057214}"/>
              </a:ext>
            </a:extLst>
          </p:cNvPr>
          <p:cNvGrpSpPr/>
          <p:nvPr userDrawn="1"/>
        </p:nvGrpSpPr>
        <p:grpSpPr>
          <a:xfrm>
            <a:off x="12409276" y="803771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" name="Freeform 221">
              <a:extLst>
                <a:ext uri="{FF2B5EF4-FFF2-40B4-BE49-F238E27FC236}">
                  <a16:creationId xmlns:a16="http://schemas.microsoft.com/office/drawing/2014/main" id="{D669F953-EBC3-3958-F54B-350833FEF0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A6304AA5-1218-BC18-B70A-CE55E08C27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223">
              <a:extLst>
                <a:ext uri="{FF2B5EF4-FFF2-40B4-BE49-F238E27FC236}">
                  <a16:creationId xmlns:a16="http://schemas.microsoft.com/office/drawing/2014/main" id="{E1558F93-78CF-B224-5A41-EE93ECDBB61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4">
              <a:extLst>
                <a:ext uri="{FF2B5EF4-FFF2-40B4-BE49-F238E27FC236}">
                  <a16:creationId xmlns:a16="http://schemas.microsoft.com/office/drawing/2014/main" id="{CD21A58E-E89F-EEE1-7519-C064416BEA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5">
              <a:extLst>
                <a:ext uri="{FF2B5EF4-FFF2-40B4-BE49-F238E27FC236}">
                  <a16:creationId xmlns:a16="http://schemas.microsoft.com/office/drawing/2014/main" id="{BDACF6F3-E5CC-E6FC-04BC-295B55D980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FF66B08-05CC-4285-FE3D-64601DD118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B5FE0270-B14A-9806-3FEF-BB568445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AF495889-E713-EB8C-6155-93CA24BE57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9">
              <a:extLst>
                <a:ext uri="{FF2B5EF4-FFF2-40B4-BE49-F238E27FC236}">
                  <a16:creationId xmlns:a16="http://schemas.microsoft.com/office/drawing/2014/main" id="{0A645694-9D2E-4874-F25E-7F9E450A4C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0">
              <a:extLst>
                <a:ext uri="{FF2B5EF4-FFF2-40B4-BE49-F238E27FC236}">
                  <a16:creationId xmlns:a16="http://schemas.microsoft.com/office/drawing/2014/main" id="{B427E418-FFD6-B889-77A1-69A9F74FEF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1">
              <a:extLst>
                <a:ext uri="{FF2B5EF4-FFF2-40B4-BE49-F238E27FC236}">
                  <a16:creationId xmlns:a16="http://schemas.microsoft.com/office/drawing/2014/main" id="{9E50BDDE-90AA-0E1B-56F8-628F76C102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2">
              <a:extLst>
                <a:ext uri="{FF2B5EF4-FFF2-40B4-BE49-F238E27FC236}">
                  <a16:creationId xmlns:a16="http://schemas.microsoft.com/office/drawing/2014/main" id="{7810757D-E920-9886-03A1-A7CA52215E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3">
              <a:extLst>
                <a:ext uri="{FF2B5EF4-FFF2-40B4-BE49-F238E27FC236}">
                  <a16:creationId xmlns:a16="http://schemas.microsoft.com/office/drawing/2014/main" id="{7A4BF876-8F2C-82F5-CA0F-E0F3CA7C3F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4">
              <a:extLst>
                <a:ext uri="{FF2B5EF4-FFF2-40B4-BE49-F238E27FC236}">
                  <a16:creationId xmlns:a16="http://schemas.microsoft.com/office/drawing/2014/main" id="{7C1BA4EC-5331-104E-E8EA-60FF97D68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5">
              <a:extLst>
                <a:ext uri="{FF2B5EF4-FFF2-40B4-BE49-F238E27FC236}">
                  <a16:creationId xmlns:a16="http://schemas.microsoft.com/office/drawing/2014/main" id="{5EFB77D9-CC32-3FA8-CCE3-CAF08A0FD1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6">
              <a:extLst>
                <a:ext uri="{FF2B5EF4-FFF2-40B4-BE49-F238E27FC236}">
                  <a16:creationId xmlns:a16="http://schemas.microsoft.com/office/drawing/2014/main" id="{6B0D4B2A-58B6-0EA2-C554-19D0A53C53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7">
              <a:extLst>
                <a:ext uri="{FF2B5EF4-FFF2-40B4-BE49-F238E27FC236}">
                  <a16:creationId xmlns:a16="http://schemas.microsoft.com/office/drawing/2014/main" id="{E59B4A71-8252-4C45-9608-E4F892E0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8">
              <a:extLst>
                <a:ext uri="{FF2B5EF4-FFF2-40B4-BE49-F238E27FC236}">
                  <a16:creationId xmlns:a16="http://schemas.microsoft.com/office/drawing/2014/main" id="{EF43881A-1EC9-EE40-A6D8-7352634E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39">
              <a:extLst>
                <a:ext uri="{FF2B5EF4-FFF2-40B4-BE49-F238E27FC236}">
                  <a16:creationId xmlns:a16="http://schemas.microsoft.com/office/drawing/2014/main" id="{4C124E78-C397-9939-A3F0-AF8EBCD8DE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0">
              <a:extLst>
                <a:ext uri="{FF2B5EF4-FFF2-40B4-BE49-F238E27FC236}">
                  <a16:creationId xmlns:a16="http://schemas.microsoft.com/office/drawing/2014/main" id="{4899E263-5746-86BA-1138-EE017B3159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1">
              <a:extLst>
                <a:ext uri="{FF2B5EF4-FFF2-40B4-BE49-F238E27FC236}">
                  <a16:creationId xmlns:a16="http://schemas.microsoft.com/office/drawing/2014/main" id="{603FEF72-4866-28D1-B03C-E270C1B66F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2">
              <a:extLst>
                <a:ext uri="{FF2B5EF4-FFF2-40B4-BE49-F238E27FC236}">
                  <a16:creationId xmlns:a16="http://schemas.microsoft.com/office/drawing/2014/main" id="{06469233-3A41-3784-6770-89C0D492F2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curtain-100.eps">
            <a:extLst>
              <a:ext uri="{FF2B5EF4-FFF2-40B4-BE49-F238E27FC236}">
                <a16:creationId xmlns:a16="http://schemas.microsoft.com/office/drawing/2014/main" id="{456B23B8-8622-E77F-26B3-2BDCBE1E47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01060A-B2AF-C2DE-0A2A-08C8EB6E03D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489594DD-E9D4-4E07-D882-6E0E64CA08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2F52EE13-E23A-47A6-84EB-AD0A2A7A7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223">
              <a:extLst>
                <a:ext uri="{FF2B5EF4-FFF2-40B4-BE49-F238E27FC236}">
                  <a16:creationId xmlns:a16="http://schemas.microsoft.com/office/drawing/2014/main" id="{EFF1B4DF-9F18-5B65-1D4D-952431512E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4">
              <a:extLst>
                <a:ext uri="{FF2B5EF4-FFF2-40B4-BE49-F238E27FC236}">
                  <a16:creationId xmlns:a16="http://schemas.microsoft.com/office/drawing/2014/main" id="{8F4E530B-2247-3FF9-0FC4-8DDCEBEDB3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5">
              <a:extLst>
                <a:ext uri="{FF2B5EF4-FFF2-40B4-BE49-F238E27FC236}">
                  <a16:creationId xmlns:a16="http://schemas.microsoft.com/office/drawing/2014/main" id="{8873DC25-BAF3-52C7-CE05-DD8650E942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6">
              <a:extLst>
                <a:ext uri="{FF2B5EF4-FFF2-40B4-BE49-F238E27FC236}">
                  <a16:creationId xmlns:a16="http://schemas.microsoft.com/office/drawing/2014/main" id="{D6EE393F-F235-C20D-35DE-F7B3A02950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7295235B-4332-7498-5D92-9036278872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8">
              <a:extLst>
                <a:ext uri="{FF2B5EF4-FFF2-40B4-BE49-F238E27FC236}">
                  <a16:creationId xmlns:a16="http://schemas.microsoft.com/office/drawing/2014/main" id="{B0EF0798-D1EF-B65E-990C-A7E339549D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281C1B1-14BF-63A8-B64C-745727BBDF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85AB7FEF-492C-FC71-9BDC-5015D145B0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DD9E3936-012C-FBF4-FEAD-27A4C4F43E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3D2BD181-99F5-9F05-C2D1-179B420B0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1A517B7D-F997-E803-5811-13BA75F59A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FB78C229-9F52-C135-92E9-834CB7139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89B1CD83-CC4F-0712-69F6-1A7E3D4430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E4F2BC17-34F3-E2AD-285F-F3CD3E8256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A45D09D5-5ED2-A645-82DF-9F040755C4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2D3AE786-3D0A-E15F-0C56-537023A8EE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827171B4-4597-1556-7EB3-A97038C7347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988DA02B-A83F-EFDC-8398-BCAECC9C62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86C07A68-1930-14FA-325B-B7AA6CC6F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4EE67484-7BBD-3CA6-ED1E-D823F707D3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curtain-100.eps">
            <a:extLst>
              <a:ext uri="{FF2B5EF4-FFF2-40B4-BE49-F238E27FC236}">
                <a16:creationId xmlns:a16="http://schemas.microsoft.com/office/drawing/2014/main" id="{48E37DF6-D8F4-B9DF-CE4E-D3AA8618C7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8DA9DE-0EB3-CA27-5034-3362E6B39DE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41032C86-7336-73FF-9B49-BC6FE0388C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30152668-FA73-9B93-9C43-EE310A54CB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D0701D39-DA2C-C76F-34F0-6BA4CD5CDC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4">
              <a:extLst>
                <a:ext uri="{FF2B5EF4-FFF2-40B4-BE49-F238E27FC236}">
                  <a16:creationId xmlns:a16="http://schemas.microsoft.com/office/drawing/2014/main" id="{CF31CC7B-8DDF-9646-5CA1-BAF60B3CD1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5">
              <a:extLst>
                <a:ext uri="{FF2B5EF4-FFF2-40B4-BE49-F238E27FC236}">
                  <a16:creationId xmlns:a16="http://schemas.microsoft.com/office/drawing/2014/main" id="{5D295046-D5D0-5116-9992-A8E1126EBE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6">
              <a:extLst>
                <a:ext uri="{FF2B5EF4-FFF2-40B4-BE49-F238E27FC236}">
                  <a16:creationId xmlns:a16="http://schemas.microsoft.com/office/drawing/2014/main" id="{AF38D1CB-01AD-1A09-9C4B-CA36CF5D92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7">
              <a:extLst>
                <a:ext uri="{FF2B5EF4-FFF2-40B4-BE49-F238E27FC236}">
                  <a16:creationId xmlns:a16="http://schemas.microsoft.com/office/drawing/2014/main" id="{FBBA10BE-1D5C-DC0A-55D8-7FF759EA26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28">
              <a:extLst>
                <a:ext uri="{FF2B5EF4-FFF2-40B4-BE49-F238E27FC236}">
                  <a16:creationId xmlns:a16="http://schemas.microsoft.com/office/drawing/2014/main" id="{A0C3BFD1-3B04-F5E8-8F63-EF7EE8667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29">
              <a:extLst>
                <a:ext uri="{FF2B5EF4-FFF2-40B4-BE49-F238E27FC236}">
                  <a16:creationId xmlns:a16="http://schemas.microsoft.com/office/drawing/2014/main" id="{A30984DF-9664-8238-1439-6B5406E1B8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0">
              <a:extLst>
                <a:ext uri="{FF2B5EF4-FFF2-40B4-BE49-F238E27FC236}">
                  <a16:creationId xmlns:a16="http://schemas.microsoft.com/office/drawing/2014/main" id="{51A04D7D-9FEF-96C2-CAA1-9850DD1F3D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1">
              <a:extLst>
                <a:ext uri="{FF2B5EF4-FFF2-40B4-BE49-F238E27FC236}">
                  <a16:creationId xmlns:a16="http://schemas.microsoft.com/office/drawing/2014/main" id="{2AAFC5A2-615A-9A1C-72E6-DEA308C116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2">
              <a:extLst>
                <a:ext uri="{FF2B5EF4-FFF2-40B4-BE49-F238E27FC236}">
                  <a16:creationId xmlns:a16="http://schemas.microsoft.com/office/drawing/2014/main" id="{2C369982-3E24-B4BF-6518-993569F57A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3">
              <a:extLst>
                <a:ext uri="{FF2B5EF4-FFF2-40B4-BE49-F238E27FC236}">
                  <a16:creationId xmlns:a16="http://schemas.microsoft.com/office/drawing/2014/main" id="{2E22A02A-7403-8AEE-85C5-7CE451733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4">
              <a:extLst>
                <a:ext uri="{FF2B5EF4-FFF2-40B4-BE49-F238E27FC236}">
                  <a16:creationId xmlns:a16="http://schemas.microsoft.com/office/drawing/2014/main" id="{79E5E53B-0AE5-769D-7972-257FDE39E0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5">
              <a:extLst>
                <a:ext uri="{FF2B5EF4-FFF2-40B4-BE49-F238E27FC236}">
                  <a16:creationId xmlns:a16="http://schemas.microsoft.com/office/drawing/2014/main" id="{3A65134B-F3BB-7128-93B7-FED72D298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6">
              <a:extLst>
                <a:ext uri="{FF2B5EF4-FFF2-40B4-BE49-F238E27FC236}">
                  <a16:creationId xmlns:a16="http://schemas.microsoft.com/office/drawing/2014/main" id="{31F00B9B-4292-A028-DD4D-CC605F5E56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37">
              <a:extLst>
                <a:ext uri="{FF2B5EF4-FFF2-40B4-BE49-F238E27FC236}">
                  <a16:creationId xmlns:a16="http://schemas.microsoft.com/office/drawing/2014/main" id="{E0198ECE-70D2-B072-EFCA-FACFB93481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8">
              <a:extLst>
                <a:ext uri="{FF2B5EF4-FFF2-40B4-BE49-F238E27FC236}">
                  <a16:creationId xmlns:a16="http://schemas.microsoft.com/office/drawing/2014/main" id="{36407204-AD18-5BD2-3A61-F0A607CF60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39">
              <a:extLst>
                <a:ext uri="{FF2B5EF4-FFF2-40B4-BE49-F238E27FC236}">
                  <a16:creationId xmlns:a16="http://schemas.microsoft.com/office/drawing/2014/main" id="{0FA10050-DCFD-C7D6-51A5-CCBF010D72D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0">
              <a:extLst>
                <a:ext uri="{FF2B5EF4-FFF2-40B4-BE49-F238E27FC236}">
                  <a16:creationId xmlns:a16="http://schemas.microsoft.com/office/drawing/2014/main" id="{35CCB7E9-B325-2104-CC6F-11F4FDA6F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1">
              <a:extLst>
                <a:ext uri="{FF2B5EF4-FFF2-40B4-BE49-F238E27FC236}">
                  <a16:creationId xmlns:a16="http://schemas.microsoft.com/office/drawing/2014/main" id="{4202ACD0-2916-09CF-74F2-784848D3EB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42">
              <a:extLst>
                <a:ext uri="{FF2B5EF4-FFF2-40B4-BE49-F238E27FC236}">
                  <a16:creationId xmlns:a16="http://schemas.microsoft.com/office/drawing/2014/main" id="{75FBE13A-949C-D7B1-9CDD-A9A2C633B1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curtain-100.eps">
            <a:extLst>
              <a:ext uri="{FF2B5EF4-FFF2-40B4-BE49-F238E27FC236}">
                <a16:creationId xmlns:a16="http://schemas.microsoft.com/office/drawing/2014/main" id="{5049F1E9-B414-0A5C-A4CC-2CA4A1E538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0E728E5-C0CD-9D97-797D-538E359A42D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92C53C6A-3E7D-2475-7BCD-8FC036E0A6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33FC62D5-0741-4908-8058-4F57AA9315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647E156F-2B84-CB14-D0A4-AD6869507B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44551389-2B2E-86C6-0764-700B1C5D31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356924E6-2A9E-002C-19F5-11B0CD2784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35862CC6-54DD-3DDF-F597-02E7858E51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BC3B339F-37C5-E449-A8D4-C265D67D2E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16749880-133E-D398-C805-E86E731DF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AD77839D-48A2-DBE0-C585-28A27666F6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07FDFFC8-CA5D-395B-4247-1E2D81CCFA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4124124F-D831-0E74-9342-1BE3C550475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FFF805A5-B66D-9C47-7912-602E944557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9A1D2CE4-AAE9-28C7-EB79-3B7D3F9DBF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F52283B-D2A9-C1E7-20B9-850B2F405E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8C8C667-53A1-7132-B82A-5A6F815E75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0C7BC034-1743-FA40-54D8-10F61C4D7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5BC41F7-2A9A-1D2C-1F94-478CCFF408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F1B11E-FCDA-D2AE-DE8F-82700FB4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5365694-4DB2-8CEC-1661-16519F15C4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59D0494-FF41-1EF5-576D-F14B927A1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225DDCD4-FAD2-BAAF-F5C0-79C29428B2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97C2A7D-749C-8B02-3BD5-245AE54BB1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0" name="Slide Number Placeholder 8">
            <a:extLst>
              <a:ext uri="{FF2B5EF4-FFF2-40B4-BE49-F238E27FC236}">
                <a16:creationId xmlns:a16="http://schemas.microsoft.com/office/drawing/2014/main" id="{F4588ED0-41F6-ECC0-446A-4651467AC23F}"/>
              </a:ext>
            </a:extLst>
          </p:cNvPr>
          <p:cNvSpPr txBox="1">
            <a:spLocks/>
          </p:cNvSpPr>
          <p:nvPr userDrawn="1"/>
        </p:nvSpPr>
        <p:spPr>
          <a:xfrm>
            <a:off x="351482" y="8649855"/>
            <a:ext cx="529132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781583" rtl="0" eaLnBrk="1" latinLnBrk="0" hangingPunct="1">
              <a:defRPr sz="2100" b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81583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631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475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2633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0791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950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108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526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een-bar.eps">
            <a:extLst>
              <a:ext uri="{FF2B5EF4-FFF2-40B4-BE49-F238E27FC236}">
                <a16:creationId xmlns:a16="http://schemas.microsoft.com/office/drawing/2014/main" id="{1D35DBB3-BB08-E90E-E037-D007192A2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6142486-331B-0DC2-0048-07F95EABF53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6" name="Freeform 221">
              <a:extLst>
                <a:ext uri="{FF2B5EF4-FFF2-40B4-BE49-F238E27FC236}">
                  <a16:creationId xmlns:a16="http://schemas.microsoft.com/office/drawing/2014/main" id="{163320AE-96E9-3CCF-29EF-20B0268D42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81F5F82F-51CF-10BB-4877-EE390F42D3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C7E2F945-0D11-E340-AD8D-1E88799DAE8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1724A4E7-6A64-B8F7-F021-09F2B3389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E46401F5-340E-E56A-6C89-0BDF83C85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0FAD93F0-4536-308A-B1FA-81109E444E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7">
              <a:extLst>
                <a:ext uri="{FF2B5EF4-FFF2-40B4-BE49-F238E27FC236}">
                  <a16:creationId xmlns:a16="http://schemas.microsoft.com/office/drawing/2014/main" id="{386FA730-6CFC-4675-C4A4-96F665CB41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8">
              <a:extLst>
                <a:ext uri="{FF2B5EF4-FFF2-40B4-BE49-F238E27FC236}">
                  <a16:creationId xmlns:a16="http://schemas.microsoft.com/office/drawing/2014/main" id="{4C3E332F-F0BE-F521-F518-A9A3B51A70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CFF4400-B63F-3CF8-F9A8-7AC44BF1E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3BF76AAA-6E91-4258-4746-0B08F9EC52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9FDBA778-0A60-95D6-6C8B-8BFFBEC9FC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206F5BB1-8953-2E8D-B26B-E333BFF812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A9A7EDE1-40E7-DA9B-F797-265C96A48F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40629932-2319-5808-87CF-53FE493DE1C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19BD39F7-743A-A212-1DD8-5A3FB42B4D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976C9F7C-376D-9D12-2F79-67582B7473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3862AD15-FE31-BE7D-BC61-66E4B6733E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A74BA4A4-9CAA-4B70-E6A7-EE39CEFD78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C2B10996-27DF-E9CF-DDA1-19E378EF9C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0">
              <a:extLst>
                <a:ext uri="{FF2B5EF4-FFF2-40B4-BE49-F238E27FC236}">
                  <a16:creationId xmlns:a16="http://schemas.microsoft.com/office/drawing/2014/main" id="{121D81CF-B96C-4250-5B51-B4670028D0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1">
              <a:extLst>
                <a:ext uri="{FF2B5EF4-FFF2-40B4-BE49-F238E27FC236}">
                  <a16:creationId xmlns:a16="http://schemas.microsoft.com/office/drawing/2014/main" id="{505BA0AF-5645-1A23-1450-86EBBA7CA3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2">
              <a:extLst>
                <a:ext uri="{FF2B5EF4-FFF2-40B4-BE49-F238E27FC236}">
                  <a16:creationId xmlns:a16="http://schemas.microsoft.com/office/drawing/2014/main" id="{45D1C665-420A-92D8-3EEE-D143189AB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05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5892F86-BF2A-811A-F8DD-D6AEAB07AD6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0" name="Freeform 221">
              <a:extLst>
                <a:ext uri="{FF2B5EF4-FFF2-40B4-BE49-F238E27FC236}">
                  <a16:creationId xmlns:a16="http://schemas.microsoft.com/office/drawing/2014/main" id="{A22B534B-C154-1B0E-C0E5-CBCC51950C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2">
              <a:extLst>
                <a:ext uri="{FF2B5EF4-FFF2-40B4-BE49-F238E27FC236}">
                  <a16:creationId xmlns:a16="http://schemas.microsoft.com/office/drawing/2014/main" id="{B1EB0E06-711D-1B87-1810-47B581206C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223">
              <a:extLst>
                <a:ext uri="{FF2B5EF4-FFF2-40B4-BE49-F238E27FC236}">
                  <a16:creationId xmlns:a16="http://schemas.microsoft.com/office/drawing/2014/main" id="{E292ECE5-9914-1865-A54F-BFFEEDFB37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24">
              <a:extLst>
                <a:ext uri="{FF2B5EF4-FFF2-40B4-BE49-F238E27FC236}">
                  <a16:creationId xmlns:a16="http://schemas.microsoft.com/office/drawing/2014/main" id="{5E10D1F3-A74C-A1CF-07C9-079645DCDD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5">
              <a:extLst>
                <a:ext uri="{FF2B5EF4-FFF2-40B4-BE49-F238E27FC236}">
                  <a16:creationId xmlns:a16="http://schemas.microsoft.com/office/drawing/2014/main" id="{2686DAE5-24D6-1A17-5B95-9F01B93F16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26">
              <a:extLst>
                <a:ext uri="{FF2B5EF4-FFF2-40B4-BE49-F238E27FC236}">
                  <a16:creationId xmlns:a16="http://schemas.microsoft.com/office/drawing/2014/main" id="{FAE65C59-C1C6-7E81-19BC-F286BE5FD5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7">
              <a:extLst>
                <a:ext uri="{FF2B5EF4-FFF2-40B4-BE49-F238E27FC236}">
                  <a16:creationId xmlns:a16="http://schemas.microsoft.com/office/drawing/2014/main" id="{CA9A62B8-59B5-B329-4AEB-676F9A0571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8">
              <a:extLst>
                <a:ext uri="{FF2B5EF4-FFF2-40B4-BE49-F238E27FC236}">
                  <a16:creationId xmlns:a16="http://schemas.microsoft.com/office/drawing/2014/main" id="{7EF6CEA9-8997-8EB5-FD06-425BB9717E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9">
              <a:extLst>
                <a:ext uri="{FF2B5EF4-FFF2-40B4-BE49-F238E27FC236}">
                  <a16:creationId xmlns:a16="http://schemas.microsoft.com/office/drawing/2014/main" id="{2E8A8703-CF7D-70AB-2E5E-F3987EE7AB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0">
              <a:extLst>
                <a:ext uri="{FF2B5EF4-FFF2-40B4-BE49-F238E27FC236}">
                  <a16:creationId xmlns:a16="http://schemas.microsoft.com/office/drawing/2014/main" id="{F427EA5B-6BC2-E6F3-FF8B-35F5025540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31">
              <a:extLst>
                <a:ext uri="{FF2B5EF4-FFF2-40B4-BE49-F238E27FC236}">
                  <a16:creationId xmlns:a16="http://schemas.microsoft.com/office/drawing/2014/main" id="{6029B745-FF8F-A5C4-C18D-4E903436F3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32">
              <a:extLst>
                <a:ext uri="{FF2B5EF4-FFF2-40B4-BE49-F238E27FC236}">
                  <a16:creationId xmlns:a16="http://schemas.microsoft.com/office/drawing/2014/main" id="{9DB5A753-01D1-57E3-6538-7B59453B5B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3">
              <a:extLst>
                <a:ext uri="{FF2B5EF4-FFF2-40B4-BE49-F238E27FC236}">
                  <a16:creationId xmlns:a16="http://schemas.microsoft.com/office/drawing/2014/main" id="{5C5CA76D-7B3D-E65C-FCB7-2B47F9ED43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4">
              <a:extLst>
                <a:ext uri="{FF2B5EF4-FFF2-40B4-BE49-F238E27FC236}">
                  <a16:creationId xmlns:a16="http://schemas.microsoft.com/office/drawing/2014/main" id="{1386FE57-E976-DB3A-EBB2-522D975D6C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5">
              <a:extLst>
                <a:ext uri="{FF2B5EF4-FFF2-40B4-BE49-F238E27FC236}">
                  <a16:creationId xmlns:a16="http://schemas.microsoft.com/office/drawing/2014/main" id="{5158DA01-0335-F34C-6EC6-F285E8370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6">
              <a:extLst>
                <a:ext uri="{FF2B5EF4-FFF2-40B4-BE49-F238E27FC236}">
                  <a16:creationId xmlns:a16="http://schemas.microsoft.com/office/drawing/2014/main" id="{F58FA401-F891-F105-ACB0-2C5BF184CD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7">
              <a:extLst>
                <a:ext uri="{FF2B5EF4-FFF2-40B4-BE49-F238E27FC236}">
                  <a16:creationId xmlns:a16="http://schemas.microsoft.com/office/drawing/2014/main" id="{65C78911-A796-BD3C-F812-90BD3280D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8">
              <a:extLst>
                <a:ext uri="{FF2B5EF4-FFF2-40B4-BE49-F238E27FC236}">
                  <a16:creationId xmlns:a16="http://schemas.microsoft.com/office/drawing/2014/main" id="{99658EC1-6F5D-8517-37DC-56A8C57D72A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239">
              <a:extLst>
                <a:ext uri="{FF2B5EF4-FFF2-40B4-BE49-F238E27FC236}">
                  <a16:creationId xmlns:a16="http://schemas.microsoft.com/office/drawing/2014/main" id="{658C8DDB-8D7C-E969-98F2-E26A1DA9DAF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40">
              <a:extLst>
                <a:ext uri="{FF2B5EF4-FFF2-40B4-BE49-F238E27FC236}">
                  <a16:creationId xmlns:a16="http://schemas.microsoft.com/office/drawing/2014/main" id="{F4E6A7CF-A7B0-8D91-E3B1-EC551D56E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41">
              <a:extLst>
                <a:ext uri="{FF2B5EF4-FFF2-40B4-BE49-F238E27FC236}">
                  <a16:creationId xmlns:a16="http://schemas.microsoft.com/office/drawing/2014/main" id="{2C9DD079-857F-87F3-CAC3-6F7B3843C8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42">
              <a:extLst>
                <a:ext uri="{FF2B5EF4-FFF2-40B4-BE49-F238E27FC236}">
                  <a16:creationId xmlns:a16="http://schemas.microsoft.com/office/drawing/2014/main" id="{B16CD5B4-A42B-5196-6331-20E0F38321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6EDE83-055D-8881-0072-DC69C6EC9EB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FC3F1934-95CB-3A8A-573A-BA856C29F5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30D79DB7-2A03-72B2-DBEE-EC97042143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E5F584B-E965-B714-1D17-5E75DFE109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90056650-9E96-3173-34EF-79134995F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23F03E-43EA-37DA-6BF1-CA151AD7F3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CEA30D37-0F78-76F5-767E-FF658E67BC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25495C29-35CE-AB66-9AED-87043964B3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CEBA1B8-20D8-B826-6410-ABACC21D65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47066FED-5DF2-06EE-AE96-97C79A1C10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AB637DD-174C-9411-8047-EE328F79B0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839F779B-A252-D1FD-A803-1913E9C788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84FDC7A-1BC6-D23B-477A-D316541321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D45B7A1-8503-B3D3-6F1B-705341ADC9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5753A3C1-4C0A-B2CC-13C5-43C9ADDDA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0CFBA5C0-DF30-CD92-E928-E689C21F80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DD49DA16-C030-0C9F-8EFF-FE6E65A786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2106D029-9D07-E460-BCDD-205CD3F79B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32B1B368-D959-B078-AECB-634D48FD8A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F093DAD-646F-E66B-9A15-6F37387DDA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7A870ED-14F9-FA3F-5F6B-D67917496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DD124957-3D24-0A73-47AC-5C06DD1869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DCDDF10-D80E-D3C6-E71C-88E21AA6C6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BCB707-A640-C632-04BB-B4196CFF7FC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AB23E929-2398-6F0F-BA1E-855010A97F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55FE6C92-A984-7A31-C526-9E896F57C8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3278C30-3763-4AC0-C716-F588A79DB5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B2B6F30-8C09-87D7-54AC-FC2D177A9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D23DA6D1-5517-CB52-C867-77701745B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B51B53CD-4E1C-6037-035F-132FD1D688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7">
              <a:extLst>
                <a:ext uri="{FF2B5EF4-FFF2-40B4-BE49-F238E27FC236}">
                  <a16:creationId xmlns:a16="http://schemas.microsoft.com/office/drawing/2014/main" id="{E87430DE-F5AF-73DC-E267-A9052366E3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621C2F47-E132-D329-FEFB-323CCD9258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D48511C1-3BB4-01E1-0439-22F9CEC63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256B224-7F21-87F4-BF18-2E6B6AA650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066228C6-4756-6B9D-3CC7-00EF6DE78E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715787DD-6277-3CDC-ADB2-57793D19CA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B9118773-1433-F90E-9652-7E2C9F6E04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DEBAA94-D97E-8884-A4F3-52E3617935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6854FDDE-B5EC-22E6-85DD-3743D494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F4792025-56AB-BD60-76BC-E077E2C33C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99BA043B-21FA-0975-D1DF-0F3699326E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12E8426D-757C-A074-E4C2-58860F2E7B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AA7ED3EF-CF9B-D4EC-F22E-9F6119C61C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FDCBCFEB-3FDC-0EB5-FFAD-5585B23277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F9525BF-7E59-C652-BBF9-151D95C4A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979FE4FD-F7FA-9A23-DB7D-9BF4B3614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931994-4F50-9194-514A-50BE48DAE80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B9648E18-DF8C-F5D0-5D3E-E9196CC55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C8A58CF0-6897-FFFB-6252-6D30550B11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3D49C959-7A05-1F64-11E2-B2EF76E286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23AF46C6-2843-B467-BF83-80EA8A5E63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A6433DE9-4911-94A4-7149-D1FA38B12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523407F4-6DC8-FC8A-AC0E-B77204D87F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551B86AC-DB99-75CA-C5C6-43F4CC3563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C59479C5-353F-85E4-7E9C-0785013BBB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F9725C70-1AC0-EFE0-918A-2B89D98B6F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98F9B71-FB22-E0ED-AE77-8F82A34A25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E290949A-8D34-64E5-45CA-C7381C1BF1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82BC57E5-0635-5BC5-CB80-CF89F860EB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67F54AED-C48B-4178-360C-3A63CF8AB9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F000DD6-5AF5-B386-3025-78EE613D7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74387526-2DF0-7EA1-B94D-D98FA9B11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62B10A7C-DBD1-8DE4-736F-4F32CFAB6B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586FF15C-B2A7-2D8D-4570-C6C39BF7CF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7E6CBB5-A570-1CCC-7863-7117F859E8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0130D7BC-A7A4-8624-D2C1-4DA1125844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8A291CEC-A7E2-191B-E039-633A4ACFFC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39C8E54-83E0-4116-622E-A654F18D17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D00919F2-6369-781E-3497-8FCA74AA3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20759D-F703-3FC3-6F64-8D49D3E53B7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6CC8F03E-B4BF-97A9-2BF9-7F1027D1A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46A8FDF-060D-F355-FDDD-9787A58D40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3758AF59-5497-FAFC-B0F6-BB93DB35A81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34DB6288-2F2E-D8E6-E224-1173F4D4FD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C5C706-9A90-9FED-CFA3-A41F817F41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84E087A3-9E7E-F467-B746-634EF1A1B2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3476C695-AEFA-0E67-31B2-9D4B4F704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7031C7BF-98E2-00F4-AF0F-25F911DA37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32803B8B-2218-199C-0AC2-01FEEE3942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CA3E3204-F388-1C4D-2AAC-DC750D18BC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7BE1EFDE-E052-CE41-4596-A3014137EB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23A79913-D248-5E0A-302E-49F181DA1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C37F367-922E-3238-6992-CB8CB561DE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BF2C8249-D25D-2CE2-BA8E-9CB4113212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F613E55-BF58-1C31-6AD5-35717C7F4E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392E4928-8733-056A-40F0-4DBF698686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14A43A0-8BAB-BB4A-7D98-9436A0121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1E8599B0-C86D-A6F5-7B0C-069132A4CA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D89A1D39-8CD8-6CC5-DACE-D9434AB66FD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39B9FC59-A071-7072-D2E9-DDBA7F530A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8644E861-50C0-4903-3D30-97458E4F9D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6186F0-12E5-6369-1D3B-75AF37B97B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4ACC47-C18E-A580-5B58-4923B560B12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4754881-7C67-9293-B764-D8DE35E97D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5C3048E5-3A6B-D432-615E-CF4C2F3510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6B1F41AC-2831-5E45-ADF6-E69C20EAAA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F2D048E-5EE1-490F-D650-010B207C21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939D0958-9766-AA68-E96F-BB2F415885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EB3502A1-D190-4255-FE00-0ED187E6A0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C2B3032-1F0C-F138-8E49-CC7A5165B4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9216814-4062-1C6E-04F6-2D68DCD3BF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A71693B-715F-B21D-DE19-367A32268E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2D623175-39D6-3AFB-6E1A-CD32872DED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C16E5CF0-6CC6-2C1D-DAE4-D088F2C65E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84948B4-B77A-7AE3-9F54-8416E3268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503C081-2C7E-2BDB-C88B-0E5F15A003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D1A7DB3F-CF59-7561-15C4-D7008019D9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3395F8C4-9958-3905-4BD4-E9F6C9D45F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08D7169D-1226-FE64-ED1C-5B34F072D7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ABA97E8-362A-6D50-830F-C8E16F2954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F1630414-7853-C2D9-E8EF-7527F7FA8B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7FE5B18-DF42-6B65-C441-22C72A631B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E4F9BCEB-EBE9-8122-96F9-25B6FB3EBC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8EB3A9E-0613-212A-3AAA-D6CC4C8395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9C9000-01D5-7D8F-E9B5-1E9B3B0EA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1E6CF3-D974-345A-E2A8-AEE5A1910EB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438C6ADA-B949-0EFA-45F3-57CEFCC5DA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382FCDF6-A498-BC2C-2C05-A6FACD2B03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276B9C37-F6DC-F659-1F47-0A75A75DAC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304B3483-0F10-8F87-F213-DC75E68F8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8AC43A3C-BF38-0105-3B1D-5069C598B8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66FB4F07-D7B4-4B72-1C6C-74A4991D93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4357423D-01DA-89CF-A259-F93243548E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F3EA4805-7C33-176C-D6D5-9C27A04FE0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437D4BD-9656-1730-FC24-7C3EA2C2E8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96FD91B2-0A82-9571-BADB-0EDADCACC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73554CB4-C1F3-E175-31EE-66501251AC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85D71DCF-CA55-5248-C026-6370E4769E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526BED7A-86B1-9D2F-B0ED-F6CA7930CD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C99758B7-4D36-9438-34C9-6F180D604A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6F2FA35F-4D84-8E65-F27E-18AD96ECB5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A38B8B31-6484-C049-AADE-FB2AC445B1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0A2E5F71-4AF4-EA6E-782D-9BCFD47ED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EB6953A8-06B5-7956-8E0C-458C91317F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2EC6FA84-E74E-D471-E4A5-3E5F0C46826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161C31F1-B48F-4964-B4A4-ACBF6C3534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E678BA56-3F69-45EB-DED7-12B90D1FC6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BC3185E5-CDD7-4B5D-30C5-3488FF0FBC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61DCF7-41AA-2AC1-671B-190926C5A11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06CD6846-F7A1-5F94-011D-658EE6203D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FD732A93-D44B-A59F-DE37-1E71D6C890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7812F615-74C2-3518-EDC2-F8C2AA1666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5275A6A2-64DD-CC3D-6D60-1A9451019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19FE994-6004-8C2C-6B44-EED73E34C7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7357B344-16FE-8F78-EF48-8100E780AE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D74E7980-BFFD-E399-7F2B-A59F6C7746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4591F572-295F-01FC-705C-956D58596D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A1BAA0B-7F1A-6190-B008-F94C826F47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93AD25E-9A8B-008B-70C6-D46ADB0EF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BE7792A7-CECD-A686-5EF4-DBD85A9145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B80E61A-EAFC-71CD-EC77-BF61473377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F2D542B0-4D4B-5D43-945B-6287AA510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6A4DBAE-9712-00F2-7DED-2A61E1D61D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962623CD-96D2-E861-A1D2-0CB6D26EC5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C28E62B1-D095-52C1-2E3B-5067754005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5F373E47-65B6-E0E1-2845-D7DBBA4BB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F163D384-4DB0-0B2B-C507-A92237971F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07A48931-1476-8BC0-A9B2-EF62A3B1AA8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09D682EE-A888-EF27-E573-CAA9A1A01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7450190-021E-EE62-88DC-B2E2AAF4FA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51CA092E-3A95-DA45-0918-87CE23ACC7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B04DFE-8929-D638-0D95-02E3AE81BE5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3A4FA296-9514-258F-F2BC-4C59E4CB0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37136214-DA11-3FBC-68F7-1015594849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38607999-9532-C914-DF5F-FDCD8AEECF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AAB9A795-656F-9298-7821-2CC908DE12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39F81837-AB06-6244-F76E-ACB46CD646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7E96E00B-6A8F-98BA-7B20-4B12AE29AF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1E3B7139-4A37-0DCD-B2D0-3F0C4A6EC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8367AB6A-F850-6D18-0769-114E008FD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59949D3C-1CEB-A911-F424-5E1826AD84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A817BEB0-6AC4-B869-31D7-568326EFE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0DE80256-0E95-5B91-9D5B-2FF33D3E88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F987894B-FBD2-07E4-8914-7301F14348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30ABAFB3-3530-9235-6802-D22601A3B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96FDF361-897E-A1B1-99D3-73EA29E8B9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A138297E-A344-DF7E-B2DE-B986D17D9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D33CA6C1-8FFF-B2E7-D439-00AD1DD7A6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FA3C1105-E9AD-B34D-3B61-AB757FEDA9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9A0B78B9-9042-3A37-8CE5-76B7DD84A7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BF629E1-BD5E-FF6E-9ED9-8505FA4ECAA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F2975382-5AE2-A027-F9CF-9569D435C9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ADCD6154-070E-622A-AEF3-2319DE455F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2CBD6589-8658-AB0B-C66C-C94316C9A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3C7BAF-6DDF-9CAB-A464-28C4B997968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901090C4-60AD-06A9-2D3C-48EA426412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76C99336-B557-00D7-58ED-1048BC1C9C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07C9EBA-D38D-2C10-0B18-E7A9251603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E65CD6D-B27C-5F05-E882-E1FE484682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7D549354-302F-DF7F-99C8-5C74E22D4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48920206-2C84-8393-68E5-73E7BB29EA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7">
              <a:extLst>
                <a:ext uri="{FF2B5EF4-FFF2-40B4-BE49-F238E27FC236}">
                  <a16:creationId xmlns:a16="http://schemas.microsoft.com/office/drawing/2014/main" id="{BED0E360-D86C-FFDC-E1C7-925FE9431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8">
              <a:extLst>
                <a:ext uri="{FF2B5EF4-FFF2-40B4-BE49-F238E27FC236}">
                  <a16:creationId xmlns:a16="http://schemas.microsoft.com/office/drawing/2014/main" id="{E1C22727-2DC0-AAC0-46BC-45F22A4C3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9">
              <a:extLst>
                <a:ext uri="{FF2B5EF4-FFF2-40B4-BE49-F238E27FC236}">
                  <a16:creationId xmlns:a16="http://schemas.microsoft.com/office/drawing/2014/main" id="{6D24BADF-C805-8074-004F-12DDDC5B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0">
              <a:extLst>
                <a:ext uri="{FF2B5EF4-FFF2-40B4-BE49-F238E27FC236}">
                  <a16:creationId xmlns:a16="http://schemas.microsoft.com/office/drawing/2014/main" id="{DBA94478-924A-23D5-EF8D-D4A19B4E1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1">
              <a:extLst>
                <a:ext uri="{FF2B5EF4-FFF2-40B4-BE49-F238E27FC236}">
                  <a16:creationId xmlns:a16="http://schemas.microsoft.com/office/drawing/2014/main" id="{1086DE54-143C-81C5-6BD0-2DF0D0B49A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2">
              <a:extLst>
                <a:ext uri="{FF2B5EF4-FFF2-40B4-BE49-F238E27FC236}">
                  <a16:creationId xmlns:a16="http://schemas.microsoft.com/office/drawing/2014/main" id="{6FDECD30-6A1E-0E05-340A-B671142AC4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3">
              <a:extLst>
                <a:ext uri="{FF2B5EF4-FFF2-40B4-BE49-F238E27FC236}">
                  <a16:creationId xmlns:a16="http://schemas.microsoft.com/office/drawing/2014/main" id="{63654853-E4AE-1DDE-DE26-83D8D091FC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4">
              <a:extLst>
                <a:ext uri="{FF2B5EF4-FFF2-40B4-BE49-F238E27FC236}">
                  <a16:creationId xmlns:a16="http://schemas.microsoft.com/office/drawing/2014/main" id="{71A384E8-2134-3EA0-3728-F11AC659F3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5">
              <a:extLst>
                <a:ext uri="{FF2B5EF4-FFF2-40B4-BE49-F238E27FC236}">
                  <a16:creationId xmlns:a16="http://schemas.microsoft.com/office/drawing/2014/main" id="{568FF805-52F4-EABD-58F7-B3F7BAEAD0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6">
              <a:extLst>
                <a:ext uri="{FF2B5EF4-FFF2-40B4-BE49-F238E27FC236}">
                  <a16:creationId xmlns:a16="http://schemas.microsoft.com/office/drawing/2014/main" id="{F7834E24-CBAF-AAD6-8C2F-C94F62FAE9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7">
              <a:extLst>
                <a:ext uri="{FF2B5EF4-FFF2-40B4-BE49-F238E27FC236}">
                  <a16:creationId xmlns:a16="http://schemas.microsoft.com/office/drawing/2014/main" id="{6541A213-1418-BB20-9146-EABE83FC31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8">
              <a:extLst>
                <a:ext uri="{FF2B5EF4-FFF2-40B4-BE49-F238E27FC236}">
                  <a16:creationId xmlns:a16="http://schemas.microsoft.com/office/drawing/2014/main" id="{8E34CBCA-EEF1-6F07-76AD-0DF1EE31D8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39">
              <a:extLst>
                <a:ext uri="{FF2B5EF4-FFF2-40B4-BE49-F238E27FC236}">
                  <a16:creationId xmlns:a16="http://schemas.microsoft.com/office/drawing/2014/main" id="{FF258364-91AE-620F-3FFA-934C29FE33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0">
              <a:extLst>
                <a:ext uri="{FF2B5EF4-FFF2-40B4-BE49-F238E27FC236}">
                  <a16:creationId xmlns:a16="http://schemas.microsoft.com/office/drawing/2014/main" id="{54407E80-0869-D26F-F133-F6F4AB6D7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1">
              <a:extLst>
                <a:ext uri="{FF2B5EF4-FFF2-40B4-BE49-F238E27FC236}">
                  <a16:creationId xmlns:a16="http://schemas.microsoft.com/office/drawing/2014/main" id="{EEBEA88D-2C89-76B0-B3D2-3C249A8E7E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2">
              <a:extLst>
                <a:ext uri="{FF2B5EF4-FFF2-40B4-BE49-F238E27FC236}">
                  <a16:creationId xmlns:a16="http://schemas.microsoft.com/office/drawing/2014/main" id="{A852FD21-46B0-F37F-ACB1-DE8974C9F9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5F53CE-3480-8544-C1FD-C7D540AD339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D39B0FB-E0A3-965E-6203-35F77318AF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E2714A64-A9FA-1195-4AD6-B8988AE3A1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B522013B-1BE5-2BCC-82BE-F8FF2AD763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9B75E2C-DDBB-85C3-5D78-4B10632D32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F46D90-CA11-ECC3-CF35-DB93D799DB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37328757-94B0-F5F8-CE9A-BB418AC50D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E195876-E16C-83E6-60D1-82192A86F1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20038B2D-C75C-8EB6-FAEE-7EFCB2E32F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FA63F4F6-BABD-2F9F-1F21-BB55E54D91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A344968-F872-4558-2074-C2576BABC7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6D25FA3C-8848-F14C-0474-6ECB01EAE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CDDC479-8328-2AB1-171C-05EC0DA566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E3330CC-ABB6-8CF2-DA8A-E9758627C6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E8616BB9-4A18-4B3F-E83F-3F007B75C2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6C802CFD-0EA9-4597-32AE-4A96DEDB4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6D5FD501-B537-35F0-25B1-1BE3C61895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5FAD1B92-E97D-068D-77B8-2E1A14C21F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C9BD45AD-6D96-6E3B-48C1-56BFF0F42A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838B61EB-E23A-39CB-73DD-9DA4C38F166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DF41F38C-AD4D-7DCF-B947-DCF21A0814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9B9B5788-F0E7-0348-BADD-ECE82C569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31A65E97-D27F-09BB-2B4B-B097ECC4B8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6FB52F-C17F-97C2-916B-642167784868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62A5D899-493E-8494-81F7-4737831F5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5C0AF2F5-CC43-F8BE-EE4E-EC610510E7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C21D7F24-E2DE-EB10-0294-627F3E9FC5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5031CB2D-2F97-14AF-81D4-CD52FA5189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B7ECF8A1-4ED7-7603-802F-49E47CCBE3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4E414246-547C-4F2B-770E-7F7C4A2DA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AB9F9363-1B15-D4B0-F5F2-95E9BCA30D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172DF6FF-7A44-B6A4-6196-9D36589A3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06AD887-9B3C-6C2A-E7C7-52B22AE05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D05B6D8A-A40D-BE5C-393A-EE32B2FF57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BF2439F4-82C0-CFC1-6AB4-B9A8371B7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B37C9B2A-5FD5-020F-ECD5-3E0629D86C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20482E8F-4A6D-DB2A-4816-ED9EA0CA7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FD0A4372-83D0-518D-7BDF-E4327763E0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C0AEA368-C2DB-769F-264C-A52758A793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FC4FD1A4-F29A-E4D0-3EB3-66E9603C23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44F77C51-CEC1-43CA-E12B-D4553951E2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7D6E9F29-5C00-F551-BC78-64F5131C99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94C27CA7-F62A-52BC-57CA-E495C92E3A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856BCFCD-7098-FCE4-ED4F-CB92E6B92D8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A58F1ADD-B555-B0F7-8FAC-98C965E8F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F2724822-1D00-257D-4902-9959DB3530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B11035-ED97-8DF6-E7AA-82D06994548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4" name="Freeform 221">
              <a:extLst>
                <a:ext uri="{FF2B5EF4-FFF2-40B4-BE49-F238E27FC236}">
                  <a16:creationId xmlns:a16="http://schemas.microsoft.com/office/drawing/2014/main" id="{959C0540-F35F-DA8D-C98B-8D4A857FF0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B5B9587-B6C8-B493-A44F-383F625941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5C10D031-075F-5DFF-3E8A-05C3C1DBF48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F598E8E5-3886-7FE2-BFDA-5281A8A47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CE23E308-0A57-BFD7-1F8B-9BE4195800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61933BCF-A72B-9365-7037-4A27F65382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8D59E926-40D9-EE53-FC04-30B8B3124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D8D44742-BDD7-DBF6-34AB-AB237770F0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74B7E369-A680-BE9E-2676-DCB39095A4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794AF355-E14A-9A5A-C956-470C3D66E6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13B773D6-29B0-0D97-13B9-C50693FF32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81A39885-3079-AE7E-0A10-49238CE587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6BBEEEA3-9C92-6801-E8FF-91A92E32A1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2E7A469-19EE-9BC6-7B43-6DFE2466FC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A3275B03-1271-5105-1AF5-173BDA7AFF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D45CB62E-F04E-6437-D735-2370A12DB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74A669CB-5637-4F5E-C205-9C37DC6C2C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50CBB77-14FF-1657-D29D-7FEA8AA7E8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30CAF9C-02FA-BDBC-7D26-2E71FEF2002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A14CEA9C-4FDC-5909-8954-7727C40DED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C4EFC2D-F627-AD69-C89F-EEDC30F20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2A4D42AC-9C71-8781-2A7F-4B8CE07A80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FCFDAB-C13F-9952-BDF7-982C7261062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A7820CBB-46D1-E24D-6378-3BA68DDD5B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DFFBA213-6957-09D5-A3AE-B8B28310B1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F0B8FC74-76DA-35C8-E20B-B4C075F24E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CCC4E670-D602-83D9-F347-A3C483CB94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70BA96AD-B8F5-0786-E3BC-049F773C17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588FA670-5637-7A13-9B83-26C02BF2B6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DD8D2081-B071-8CB6-0599-C5781398A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C2D167C-6405-7EE5-6840-277F6EC3CA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83A5732-C46A-9BB3-2C0D-80EEC63CB7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B4E1969-6818-78C8-30C6-ABCB647992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EA08BED2-41DF-0B95-5767-1391B77FA1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FD0B53C1-C35E-9083-83EB-6053A99FCD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53EFA15-7A1D-160D-76FA-8758534709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81CCE19-EBDF-8143-7951-D53A2693A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929D075-81AC-B974-BDDE-A7728C6C4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FD175930-057C-0E38-32EB-2FF2B8C715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9DCA2B93-16B0-D141-E9A3-1C260DC1B8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0D22415-F8FD-BE58-46FB-84C24C563D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35029E5A-8067-A0F4-9EB2-10CF8E6FC4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CD36F6A6-A847-33F5-80A4-CF95E2AFC3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3F484212-A9DE-DE83-6AA4-9035EEAE1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B8EED9BE-0B55-87DE-7E23-BE7AA9053A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2031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3D46D8-CABC-5FA8-DFEB-7A8278E4BDE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4F16EDFF-1EE9-E3BA-8DC6-D5768D3BA4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E8F033DE-B22E-A845-9103-D8DC2983C1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88A97D79-EC5D-C0DB-5799-6014AEE29D4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71E19B41-5DCB-87E3-7BBC-2A8B03DB11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4DD81725-AA91-45A8-5A31-AA75307BEB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CCEBB552-0592-1D69-2318-80D345B136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29D546FC-7AE2-0F8D-6AD7-32FD992E2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2F1F33D5-4B0C-5642-B06D-18A7B5BEDF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A9D85CF-2479-38E3-2E4F-8B42017757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1035A2A2-A56D-C68E-9A70-3DE707289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AFC46FC9-130A-1235-8083-FE5766DCE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1761EFF5-44B0-F036-AAC3-2E48F8576E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0057E9-2222-C53B-1E10-E3894F1F1F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6B550CEF-4EC8-9053-2417-62EAC0E9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EA80174F-B21E-B715-FE51-5E37A38ADD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25248B59-8A8C-A4F6-8BD4-C7B5D63C0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EB0A10E8-BBDC-900B-64DF-AA29754EE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473D12BE-473E-27A8-515C-C79EE76077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37DA4CB9-B61D-1142-0FAA-37E5D161A4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B982C480-20C6-C8FF-ED91-A5FD4A783D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92B193DF-1F70-21D4-DCEC-D46F86E0BC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AA817683-1787-8D34-A748-739D4FBE97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B5DEFC7-9AC3-6469-DDDF-2FD0250CC05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CAADC412-1777-80E1-E301-D2339D6FB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13F97B24-5C2D-91EA-D343-4043C9D25B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41A1BF4B-1A73-21E3-018B-22232C422C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12D5848C-F493-6435-B669-891AF0961E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568655-4DB5-7D42-D1AB-B227BDC62B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D3408E3-534C-8C3D-3F58-CC705F94D0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7BAB8070-3CE7-B068-1D56-0973BC8A0B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5120169-87E8-07D6-61CA-053614D3DF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A19C0A7D-52CA-8D5D-CB44-1B116C6EA5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9B946800-324F-5D39-AB02-BD1D51895F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87F21EF-2C82-DB2E-4B79-6085FE97D7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C6CEA215-2094-8628-2ECE-436E60733B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86A6A0C-11A1-C351-277B-2A9D07329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C383418C-B6E2-851A-42B0-E2CC20CD8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15821972-90DE-F7A9-85C0-CF33244727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014558C3-CCB4-F77A-113C-B64D8F615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00C85738-159C-9B17-0E0C-E9B1655D17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5B154E3-9965-C14C-2FEA-C7C6A052D4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AFCAB1A-8C86-7B8E-B3A1-0FC0EB0F078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59F404A-E4FA-C324-F23B-676DCC1C3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61A5E6D2-7A2A-349F-A0D0-E46E37CE5E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E9EB6EB4-652E-2FBE-F544-D8124D92EB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787131-6E09-7021-5F2F-F04559DDEF0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D3E43EA1-A97B-BB1D-2757-D7544A22A7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1B6BDB0C-A635-021D-5F55-D429B1215B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E8F49CCA-2EA2-CCFC-91FD-CD9587060F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77FACDE4-D3CD-89FF-9E65-E846B38565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F1D2C0E2-A084-A804-E906-E7EF8449C2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ADB3E4E2-1B40-F9A1-C8F4-BBFE4DE3EB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6C2F06A7-3146-055F-D30E-AE792211F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F54D832C-7EBF-AD76-8EED-4879A5DC6A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270BB005-1AEE-3B0F-A234-60B3DF1B8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61D19D6C-94C1-C015-DAC9-28803F2CB2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D531DA23-C0A4-2251-E14B-B440428AE5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4B44FBC4-4FE1-ACDD-043B-3090A157F4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F784C1A0-F55D-E08A-CEA9-1337A282F1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7061A227-4512-5B35-F4E8-A3EE7611B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8D514A82-A422-FC33-43AA-B9E1F573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304FE8D1-598A-84A4-108F-3D6F4F8945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284946FF-EB83-7E8D-3288-6BCE013EC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0C2B332C-1F04-F174-FCA1-B24B4886C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4CA2F00-7FF6-D1D2-572F-530A1FA9EBC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22D3C5AB-41A5-A900-6E0F-E9B2F2100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3D54016E-4422-0495-6301-C67DB684F8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CB9FA931-0345-95BC-1DC0-526B7BB006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67F1BC-0EB9-30A7-ABB7-2155339F6A25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2A6164EC-17B8-7DA7-23FF-DFE57BD20E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108DC7AB-F454-E011-9FF3-8DE724412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BAD11E97-8343-2736-F747-DEC8485502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92C97359-9094-4863-2A76-B6F7060872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23F1C8A5-8A6B-D23A-CFFC-A6697F7946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D3A5210-1E40-A27D-34B8-C8AE815000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05E44911-DD90-0634-C063-A313420E7A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2481CAD2-4D8A-8836-DEC8-A828218CD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9">
              <a:extLst>
                <a:ext uri="{FF2B5EF4-FFF2-40B4-BE49-F238E27FC236}">
                  <a16:creationId xmlns:a16="http://schemas.microsoft.com/office/drawing/2014/main" id="{B0E15478-8EEA-09B5-48E0-EB0D4739B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0">
              <a:extLst>
                <a:ext uri="{FF2B5EF4-FFF2-40B4-BE49-F238E27FC236}">
                  <a16:creationId xmlns:a16="http://schemas.microsoft.com/office/drawing/2014/main" id="{4FF6BD42-7CF5-6EE3-2254-F70EFE6817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1">
              <a:extLst>
                <a:ext uri="{FF2B5EF4-FFF2-40B4-BE49-F238E27FC236}">
                  <a16:creationId xmlns:a16="http://schemas.microsoft.com/office/drawing/2014/main" id="{AF3ED2BF-B5F5-3AE5-17DA-A3E0A7DE07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2">
              <a:extLst>
                <a:ext uri="{FF2B5EF4-FFF2-40B4-BE49-F238E27FC236}">
                  <a16:creationId xmlns:a16="http://schemas.microsoft.com/office/drawing/2014/main" id="{D0CCF775-039A-62E8-A819-B4B0B1AB03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3">
              <a:extLst>
                <a:ext uri="{FF2B5EF4-FFF2-40B4-BE49-F238E27FC236}">
                  <a16:creationId xmlns:a16="http://schemas.microsoft.com/office/drawing/2014/main" id="{39380849-6FE7-52E0-C631-94E557B605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4">
              <a:extLst>
                <a:ext uri="{FF2B5EF4-FFF2-40B4-BE49-F238E27FC236}">
                  <a16:creationId xmlns:a16="http://schemas.microsoft.com/office/drawing/2014/main" id="{B67CEAE1-A9FA-219B-D023-657C1B9D29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5">
              <a:extLst>
                <a:ext uri="{FF2B5EF4-FFF2-40B4-BE49-F238E27FC236}">
                  <a16:creationId xmlns:a16="http://schemas.microsoft.com/office/drawing/2014/main" id="{D2C42C4F-F1C9-7060-D593-8385E5751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053CB5F6-87E4-C355-00EE-409DE1DDAF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5D606773-CC2A-1DF5-9EE4-9F2EB1E75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8">
              <a:extLst>
                <a:ext uri="{FF2B5EF4-FFF2-40B4-BE49-F238E27FC236}">
                  <a16:creationId xmlns:a16="http://schemas.microsoft.com/office/drawing/2014/main" id="{C4465440-B5F8-D22A-5DF7-88EAC11128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9">
              <a:extLst>
                <a:ext uri="{FF2B5EF4-FFF2-40B4-BE49-F238E27FC236}">
                  <a16:creationId xmlns:a16="http://schemas.microsoft.com/office/drawing/2014/main" id="{C2048FAE-72C4-B863-C364-181DB2FF9B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0">
              <a:extLst>
                <a:ext uri="{FF2B5EF4-FFF2-40B4-BE49-F238E27FC236}">
                  <a16:creationId xmlns:a16="http://schemas.microsoft.com/office/drawing/2014/main" id="{2AB882C4-2AA8-88CF-B00A-DE5C6A3D18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1">
              <a:extLst>
                <a:ext uri="{FF2B5EF4-FFF2-40B4-BE49-F238E27FC236}">
                  <a16:creationId xmlns:a16="http://schemas.microsoft.com/office/drawing/2014/main" id="{B1D31E36-CC2C-2B5D-9779-DBAC2CABBF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2">
              <a:extLst>
                <a:ext uri="{FF2B5EF4-FFF2-40B4-BE49-F238E27FC236}">
                  <a16:creationId xmlns:a16="http://schemas.microsoft.com/office/drawing/2014/main" id="{19184739-01A5-0961-2D1D-987A8B109B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2CEEFE-D71C-1E8F-EEBF-27331CCA066A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rgbClr val="1E6040"/>
          </a:solidFill>
        </p:grpSpPr>
        <p:sp>
          <p:nvSpPr>
            <p:cNvPr id="26" name="Freeform 221">
              <a:extLst>
                <a:ext uri="{FF2B5EF4-FFF2-40B4-BE49-F238E27FC236}">
                  <a16:creationId xmlns:a16="http://schemas.microsoft.com/office/drawing/2014/main" id="{86297EF7-FECD-3335-69DA-E8082F862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2">
              <a:extLst>
                <a:ext uri="{FF2B5EF4-FFF2-40B4-BE49-F238E27FC236}">
                  <a16:creationId xmlns:a16="http://schemas.microsoft.com/office/drawing/2014/main" id="{4FCAE9D0-E380-7A8F-CFD5-B628A7798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Rectangle 223">
              <a:extLst>
                <a:ext uri="{FF2B5EF4-FFF2-40B4-BE49-F238E27FC236}">
                  <a16:creationId xmlns:a16="http://schemas.microsoft.com/office/drawing/2014/main" id="{D629A17A-6C03-E3D9-14F2-22D7C4C110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4">
              <a:extLst>
                <a:ext uri="{FF2B5EF4-FFF2-40B4-BE49-F238E27FC236}">
                  <a16:creationId xmlns:a16="http://schemas.microsoft.com/office/drawing/2014/main" id="{2E9D1F74-0259-DFB0-3D7E-5E27581B2A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5">
              <a:extLst>
                <a:ext uri="{FF2B5EF4-FFF2-40B4-BE49-F238E27FC236}">
                  <a16:creationId xmlns:a16="http://schemas.microsoft.com/office/drawing/2014/main" id="{A08AEAEF-4E2F-06AC-F86B-EF6276DE20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6">
              <a:extLst>
                <a:ext uri="{FF2B5EF4-FFF2-40B4-BE49-F238E27FC236}">
                  <a16:creationId xmlns:a16="http://schemas.microsoft.com/office/drawing/2014/main" id="{27E3165A-20C0-C590-6F34-4A3B4A3E02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227">
              <a:extLst>
                <a:ext uri="{FF2B5EF4-FFF2-40B4-BE49-F238E27FC236}">
                  <a16:creationId xmlns:a16="http://schemas.microsoft.com/office/drawing/2014/main" id="{8D4561C8-8A37-54FF-9FB7-E7686359F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8">
              <a:extLst>
                <a:ext uri="{FF2B5EF4-FFF2-40B4-BE49-F238E27FC236}">
                  <a16:creationId xmlns:a16="http://schemas.microsoft.com/office/drawing/2014/main" id="{B1DD9669-915E-05EE-D085-46101D54A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9">
              <a:extLst>
                <a:ext uri="{FF2B5EF4-FFF2-40B4-BE49-F238E27FC236}">
                  <a16:creationId xmlns:a16="http://schemas.microsoft.com/office/drawing/2014/main" id="{297CD727-10AC-9979-E2CD-7222916B0B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30">
              <a:extLst>
                <a:ext uri="{FF2B5EF4-FFF2-40B4-BE49-F238E27FC236}">
                  <a16:creationId xmlns:a16="http://schemas.microsoft.com/office/drawing/2014/main" id="{A434F7D4-0FB1-779D-AFE5-7470FDE653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31">
              <a:extLst>
                <a:ext uri="{FF2B5EF4-FFF2-40B4-BE49-F238E27FC236}">
                  <a16:creationId xmlns:a16="http://schemas.microsoft.com/office/drawing/2014/main" id="{27E53208-5E27-45D6-4929-F4E6096DF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2">
              <a:extLst>
                <a:ext uri="{FF2B5EF4-FFF2-40B4-BE49-F238E27FC236}">
                  <a16:creationId xmlns:a16="http://schemas.microsoft.com/office/drawing/2014/main" id="{7012A2F7-103A-71D6-8733-F9772EEFD0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3">
              <a:extLst>
                <a:ext uri="{FF2B5EF4-FFF2-40B4-BE49-F238E27FC236}">
                  <a16:creationId xmlns:a16="http://schemas.microsoft.com/office/drawing/2014/main" id="{D99F6983-597D-E6A8-75C8-80E4273AE1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4">
              <a:extLst>
                <a:ext uri="{FF2B5EF4-FFF2-40B4-BE49-F238E27FC236}">
                  <a16:creationId xmlns:a16="http://schemas.microsoft.com/office/drawing/2014/main" id="{A6AF735F-F67C-77B7-09CD-9792FC68D5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5">
              <a:extLst>
                <a:ext uri="{FF2B5EF4-FFF2-40B4-BE49-F238E27FC236}">
                  <a16:creationId xmlns:a16="http://schemas.microsoft.com/office/drawing/2014/main" id="{89EC10C7-4B69-F41F-EC24-8629B712D7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6">
              <a:extLst>
                <a:ext uri="{FF2B5EF4-FFF2-40B4-BE49-F238E27FC236}">
                  <a16:creationId xmlns:a16="http://schemas.microsoft.com/office/drawing/2014/main" id="{45FC877E-FE8D-3256-CE4E-E9C4A1675E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7">
              <a:extLst>
                <a:ext uri="{FF2B5EF4-FFF2-40B4-BE49-F238E27FC236}">
                  <a16:creationId xmlns:a16="http://schemas.microsoft.com/office/drawing/2014/main" id="{3EEC38F2-BEE2-DAF4-3ACF-7510EA6180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id="{663733B6-B3DB-8046-4524-59E7F5F195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239">
              <a:extLst>
                <a:ext uri="{FF2B5EF4-FFF2-40B4-BE49-F238E27FC236}">
                  <a16:creationId xmlns:a16="http://schemas.microsoft.com/office/drawing/2014/main" id="{50F37BE5-50B9-BCD4-3AE0-930F6EB8D0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40">
              <a:extLst>
                <a:ext uri="{FF2B5EF4-FFF2-40B4-BE49-F238E27FC236}">
                  <a16:creationId xmlns:a16="http://schemas.microsoft.com/office/drawing/2014/main" id="{3F581857-80FD-5567-B1FF-8CD9EC6C8E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41">
              <a:extLst>
                <a:ext uri="{FF2B5EF4-FFF2-40B4-BE49-F238E27FC236}">
                  <a16:creationId xmlns:a16="http://schemas.microsoft.com/office/drawing/2014/main" id="{A713F826-FCE7-73EB-63D9-DD0DFBBFEC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2">
              <a:extLst>
                <a:ext uri="{FF2B5EF4-FFF2-40B4-BE49-F238E27FC236}">
                  <a16:creationId xmlns:a16="http://schemas.microsoft.com/office/drawing/2014/main" id="{5CC88C8B-6877-C1B6-CEF8-AADCEB43F8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AB89DB-4CB7-BAA0-FBE2-4D5C76CB8F6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tx1"/>
          </a:solidFill>
        </p:grpSpPr>
        <p:sp>
          <p:nvSpPr>
            <p:cNvPr id="53" name="Freeform 221">
              <a:extLst>
                <a:ext uri="{FF2B5EF4-FFF2-40B4-BE49-F238E27FC236}">
                  <a16:creationId xmlns:a16="http://schemas.microsoft.com/office/drawing/2014/main" id="{E9CCDCB2-2868-F6F8-4D31-C07CD3DE6B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2">
              <a:extLst>
                <a:ext uri="{FF2B5EF4-FFF2-40B4-BE49-F238E27FC236}">
                  <a16:creationId xmlns:a16="http://schemas.microsoft.com/office/drawing/2014/main" id="{7D647F20-A1E1-0A33-3A9A-CAF802AF54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23">
              <a:extLst>
                <a:ext uri="{FF2B5EF4-FFF2-40B4-BE49-F238E27FC236}">
                  <a16:creationId xmlns:a16="http://schemas.microsoft.com/office/drawing/2014/main" id="{1341990B-7F1A-4BFD-5199-E3B1288382D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4">
              <a:extLst>
                <a:ext uri="{FF2B5EF4-FFF2-40B4-BE49-F238E27FC236}">
                  <a16:creationId xmlns:a16="http://schemas.microsoft.com/office/drawing/2014/main" id="{9E3DE3BC-04B4-067C-29B5-67E2C8BB01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5">
              <a:extLst>
                <a:ext uri="{FF2B5EF4-FFF2-40B4-BE49-F238E27FC236}">
                  <a16:creationId xmlns:a16="http://schemas.microsoft.com/office/drawing/2014/main" id="{169DAA7D-4736-E0E1-7DD5-98CBEE5EDA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6">
              <a:extLst>
                <a:ext uri="{FF2B5EF4-FFF2-40B4-BE49-F238E27FC236}">
                  <a16:creationId xmlns:a16="http://schemas.microsoft.com/office/drawing/2014/main" id="{69C96DD7-D921-59E6-6F78-12C6A8919D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27">
              <a:extLst>
                <a:ext uri="{FF2B5EF4-FFF2-40B4-BE49-F238E27FC236}">
                  <a16:creationId xmlns:a16="http://schemas.microsoft.com/office/drawing/2014/main" id="{4EDF59DA-CB90-C7AC-7CF2-BDDBE46C32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28">
              <a:extLst>
                <a:ext uri="{FF2B5EF4-FFF2-40B4-BE49-F238E27FC236}">
                  <a16:creationId xmlns:a16="http://schemas.microsoft.com/office/drawing/2014/main" id="{8E98D7E9-864C-622F-6EDB-27ADE44F17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29">
              <a:extLst>
                <a:ext uri="{FF2B5EF4-FFF2-40B4-BE49-F238E27FC236}">
                  <a16:creationId xmlns:a16="http://schemas.microsoft.com/office/drawing/2014/main" id="{BCF56232-6E89-42D5-3D5B-3718CCE46D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0">
              <a:extLst>
                <a:ext uri="{FF2B5EF4-FFF2-40B4-BE49-F238E27FC236}">
                  <a16:creationId xmlns:a16="http://schemas.microsoft.com/office/drawing/2014/main" id="{15BE84B6-E036-929B-DEB9-BFE9A66749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1">
              <a:extLst>
                <a:ext uri="{FF2B5EF4-FFF2-40B4-BE49-F238E27FC236}">
                  <a16:creationId xmlns:a16="http://schemas.microsoft.com/office/drawing/2014/main" id="{6ABCE29F-6530-753D-60D0-1B1BB030C5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2">
              <a:extLst>
                <a:ext uri="{FF2B5EF4-FFF2-40B4-BE49-F238E27FC236}">
                  <a16:creationId xmlns:a16="http://schemas.microsoft.com/office/drawing/2014/main" id="{B190E16D-E7D6-A1A6-6A43-45BF6B21C3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3">
              <a:extLst>
                <a:ext uri="{FF2B5EF4-FFF2-40B4-BE49-F238E27FC236}">
                  <a16:creationId xmlns:a16="http://schemas.microsoft.com/office/drawing/2014/main" id="{435EC608-1EDD-F8CD-02E4-1B7F46FF12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4">
              <a:extLst>
                <a:ext uri="{FF2B5EF4-FFF2-40B4-BE49-F238E27FC236}">
                  <a16:creationId xmlns:a16="http://schemas.microsoft.com/office/drawing/2014/main" id="{E5FBE253-3BC5-4BCB-5E6A-2FFC3B3D69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5">
              <a:extLst>
                <a:ext uri="{FF2B5EF4-FFF2-40B4-BE49-F238E27FC236}">
                  <a16:creationId xmlns:a16="http://schemas.microsoft.com/office/drawing/2014/main" id="{154746AA-F147-83CB-BD8B-C497B78EA7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36">
              <a:extLst>
                <a:ext uri="{FF2B5EF4-FFF2-40B4-BE49-F238E27FC236}">
                  <a16:creationId xmlns:a16="http://schemas.microsoft.com/office/drawing/2014/main" id="{B33C2EC8-0BCD-BC84-C4F2-3CE5013A21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37">
              <a:extLst>
                <a:ext uri="{FF2B5EF4-FFF2-40B4-BE49-F238E27FC236}">
                  <a16:creationId xmlns:a16="http://schemas.microsoft.com/office/drawing/2014/main" id="{291AFA4C-744A-2617-1453-9CBFF738B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38">
              <a:extLst>
                <a:ext uri="{FF2B5EF4-FFF2-40B4-BE49-F238E27FC236}">
                  <a16:creationId xmlns:a16="http://schemas.microsoft.com/office/drawing/2014/main" id="{7946A268-2767-97C5-A8C7-7C79086043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239">
              <a:extLst>
                <a:ext uri="{FF2B5EF4-FFF2-40B4-BE49-F238E27FC236}">
                  <a16:creationId xmlns:a16="http://schemas.microsoft.com/office/drawing/2014/main" id="{8D0FE213-7095-A75F-3AF3-FA31CAD2F8A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240">
              <a:extLst>
                <a:ext uri="{FF2B5EF4-FFF2-40B4-BE49-F238E27FC236}">
                  <a16:creationId xmlns:a16="http://schemas.microsoft.com/office/drawing/2014/main" id="{F407BC32-27A8-6F2D-AB0D-84B25E0F4D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41">
              <a:extLst>
                <a:ext uri="{FF2B5EF4-FFF2-40B4-BE49-F238E27FC236}">
                  <a16:creationId xmlns:a16="http://schemas.microsoft.com/office/drawing/2014/main" id="{258F87A0-05EA-7371-A842-E57E85E2A1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242">
              <a:extLst>
                <a:ext uri="{FF2B5EF4-FFF2-40B4-BE49-F238E27FC236}">
                  <a16:creationId xmlns:a16="http://schemas.microsoft.com/office/drawing/2014/main" id="{75378D2F-75A1-55FE-0436-2552610820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0244F4-0A2A-B73E-3170-631F6D88AFB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F1D37260-BCC4-17F8-9CB5-2D5124D3E4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771B6097-D9B7-4D97-A6D9-E29C5C9ACF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C6B12AF7-41AE-8065-2BFD-13D327A609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0C8A303E-B1D0-51F9-2E45-7F1C1A142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CC0F40F6-BBC5-4C4C-6037-0A5ABE0FEA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EBDFA38E-A33B-BA53-AB96-588A2D5562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6753DB62-9FFD-03B0-564D-39BD3155C4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695F7B2F-368B-DFAD-6659-9A5938B34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CE73EC05-3E80-4D14-2FE1-9BF3332D35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8DA2C592-9188-2AC8-AAC6-DA6F2E0AF9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E967F409-C7C8-2ADD-9860-0F4BD5D7A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EA2175D2-E22C-47E6-20B5-CB2A068C5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4D850515-9E93-C677-918B-E5FD08385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C74322A-5DCE-F313-4D27-5AE80D2C9CA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DF5FD35-F5BD-5A6B-ECC7-9117C60D23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78BE0F37-B582-CB4F-8DF0-8F00190979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134E957-69F3-F25B-1FBF-023350FC30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5B7EA1C2-FB20-0F45-311C-C23AF7D77B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BBC22C49-7B8B-1278-8B8A-F53E557FFF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8942F3F-E510-9A4C-E4F7-D99A195AF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91D79448-876B-28AF-25B0-8E9C36342C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6B3F93D-BF71-7168-9155-4AD743247F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328B7F-C21D-D1A1-3F5C-DF3CCFC1668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0CDD3A7F-BF20-4A49-4799-17DD349DFE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ADCFD3FB-E85F-F592-BB2C-26BD377A62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175F223-F267-11CD-18A3-0D726C8B0C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725392FA-386A-5625-5E7B-E715D1832D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D43A2118-B424-090D-B0D1-867BEA76D7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1060B36C-45FE-0E86-C98D-DF03B34C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D3A5F121-3679-2664-2470-EDD5686A8F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D019CE80-ECED-5629-CEB7-37EA09E420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E21607D5-E1E5-EF2C-6733-BCDD7C5F81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74796883-0AB3-1543-331E-37A56D31F9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86C1AC2-DE7E-9168-9327-8712DA58D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12AF02EA-90F2-C227-F1E3-A37B00FCC8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3D269EEB-4282-160F-C686-70446C98B3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E1D1103-DFE1-05D6-A404-F9ADDF7D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C019919-9138-4762-59D2-29F208AE18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6E8C646D-E601-5E51-27CE-B27859F18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A7FE2B0B-BC63-038C-2C2F-43F4FA695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B825538C-EA53-57FB-27CD-A4B934AC7C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F65302B-6E31-722F-B948-49B35B1F110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7C8E3FA2-DD74-D0B9-5AE5-5C2A174736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EEE3976B-EC63-F303-F025-B3E26CCF68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CACDB7FB-64BB-9848-AE39-C385AEB5D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589278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8CB2D0-4990-30BC-090E-BBB93EB7FA3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BFD3159A-48A8-2E19-F5A2-1B4915F39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FA717CC5-EB2F-0114-50F8-7A34D5AB42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4E8E30E-7A67-56D7-52F8-4C3DEBB170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6ADD9EC7-1167-1299-CF05-42B27422A9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882AEE94-04EF-F454-61D7-C92A58487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C6F000AA-AFEE-994C-F46D-B52A1E65B0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C8752D77-68CF-5AFD-2D5A-40F6280501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9FFC4180-602C-C09B-22BB-C89898D751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5F94D110-AA3C-9E19-94D4-CE2734555B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E5F9694F-7E1E-AE85-76EE-A54BA9FB78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2E1E3AC-DE28-9554-1699-8A2BBA90C4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4C095C7A-4A9C-9CA7-0AE7-C53E9409CB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8128700C-870B-4890-81B7-E3A6CCC142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416D757-7C37-DABE-6511-72CDDB5DF8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1303696-BFC9-650C-7978-81C6334130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C3F55D5D-EDD5-F7D7-068E-F8CEFAEEA8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AE2C31A-94C5-62A6-D38C-C1B85BDF09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353D07-0A25-36E0-2847-2676F7D55D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08D838C5-3C38-B156-C757-D69BFA087DF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526FE6FF-DA85-C143-7530-1D1BA26A86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74722894-7B90-2C40-5514-24A27C110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235B206B-3500-143D-5FCD-124E5A13E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DB0175-74B9-A91B-D8DB-A3D2422B38E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2" name="Freeform 221">
              <a:extLst>
                <a:ext uri="{FF2B5EF4-FFF2-40B4-BE49-F238E27FC236}">
                  <a16:creationId xmlns:a16="http://schemas.microsoft.com/office/drawing/2014/main" id="{72A5E1AF-9B4E-6F2C-E261-1CA91042B2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2">
              <a:extLst>
                <a:ext uri="{FF2B5EF4-FFF2-40B4-BE49-F238E27FC236}">
                  <a16:creationId xmlns:a16="http://schemas.microsoft.com/office/drawing/2014/main" id="{C742B924-89D4-2CF9-6665-E464938CB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223">
              <a:extLst>
                <a:ext uri="{FF2B5EF4-FFF2-40B4-BE49-F238E27FC236}">
                  <a16:creationId xmlns:a16="http://schemas.microsoft.com/office/drawing/2014/main" id="{58A388EB-FDF9-01AC-6E9B-8D69DFF2569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4">
              <a:extLst>
                <a:ext uri="{FF2B5EF4-FFF2-40B4-BE49-F238E27FC236}">
                  <a16:creationId xmlns:a16="http://schemas.microsoft.com/office/drawing/2014/main" id="{4C9E3157-5C87-2445-2BA0-451204F2F5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5">
              <a:extLst>
                <a:ext uri="{FF2B5EF4-FFF2-40B4-BE49-F238E27FC236}">
                  <a16:creationId xmlns:a16="http://schemas.microsoft.com/office/drawing/2014/main" id="{577A604B-1323-622A-A31F-223949DF7C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6">
              <a:extLst>
                <a:ext uri="{FF2B5EF4-FFF2-40B4-BE49-F238E27FC236}">
                  <a16:creationId xmlns:a16="http://schemas.microsoft.com/office/drawing/2014/main" id="{9C6A1A01-C173-A701-4920-EC00E0A609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7">
              <a:extLst>
                <a:ext uri="{FF2B5EF4-FFF2-40B4-BE49-F238E27FC236}">
                  <a16:creationId xmlns:a16="http://schemas.microsoft.com/office/drawing/2014/main" id="{8AF4FD52-649A-6442-5B6F-ACDCCCC7E7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8">
              <a:extLst>
                <a:ext uri="{FF2B5EF4-FFF2-40B4-BE49-F238E27FC236}">
                  <a16:creationId xmlns:a16="http://schemas.microsoft.com/office/drawing/2014/main" id="{E573759E-3B81-E75B-9376-65B09C372E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9">
              <a:extLst>
                <a:ext uri="{FF2B5EF4-FFF2-40B4-BE49-F238E27FC236}">
                  <a16:creationId xmlns:a16="http://schemas.microsoft.com/office/drawing/2014/main" id="{1F297304-16F4-1B09-C8EF-F74F6BAF0B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0">
              <a:extLst>
                <a:ext uri="{FF2B5EF4-FFF2-40B4-BE49-F238E27FC236}">
                  <a16:creationId xmlns:a16="http://schemas.microsoft.com/office/drawing/2014/main" id="{8BF5A5B9-C858-3DA6-0A10-9ACCDE98DD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1">
              <a:extLst>
                <a:ext uri="{FF2B5EF4-FFF2-40B4-BE49-F238E27FC236}">
                  <a16:creationId xmlns:a16="http://schemas.microsoft.com/office/drawing/2014/main" id="{6B3527D2-3769-DAE4-DA31-B46E1CC14F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2">
              <a:extLst>
                <a:ext uri="{FF2B5EF4-FFF2-40B4-BE49-F238E27FC236}">
                  <a16:creationId xmlns:a16="http://schemas.microsoft.com/office/drawing/2014/main" id="{C02EEBAA-AE6E-8A88-513A-3F599E7BE4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3">
              <a:extLst>
                <a:ext uri="{FF2B5EF4-FFF2-40B4-BE49-F238E27FC236}">
                  <a16:creationId xmlns:a16="http://schemas.microsoft.com/office/drawing/2014/main" id="{9A7E0820-4F35-F75F-4E17-49D9E5AE73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4">
              <a:extLst>
                <a:ext uri="{FF2B5EF4-FFF2-40B4-BE49-F238E27FC236}">
                  <a16:creationId xmlns:a16="http://schemas.microsoft.com/office/drawing/2014/main" id="{DED8CBEC-CD65-49AE-D472-CD294ECC4B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5">
              <a:extLst>
                <a:ext uri="{FF2B5EF4-FFF2-40B4-BE49-F238E27FC236}">
                  <a16:creationId xmlns:a16="http://schemas.microsoft.com/office/drawing/2014/main" id="{32EA9635-BAD8-EC55-717A-D6C871C1E7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6">
              <a:extLst>
                <a:ext uri="{FF2B5EF4-FFF2-40B4-BE49-F238E27FC236}">
                  <a16:creationId xmlns:a16="http://schemas.microsoft.com/office/drawing/2014/main" id="{DD4D5F2C-C06A-87F5-701D-2A65CD8A03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7">
              <a:extLst>
                <a:ext uri="{FF2B5EF4-FFF2-40B4-BE49-F238E27FC236}">
                  <a16:creationId xmlns:a16="http://schemas.microsoft.com/office/drawing/2014/main" id="{528623C7-574D-A20A-C3B3-34F8CFB193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8">
              <a:extLst>
                <a:ext uri="{FF2B5EF4-FFF2-40B4-BE49-F238E27FC236}">
                  <a16:creationId xmlns:a16="http://schemas.microsoft.com/office/drawing/2014/main" id="{0A0E26A8-58F0-51B2-0C16-EF45CA1F0B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39">
              <a:extLst>
                <a:ext uri="{FF2B5EF4-FFF2-40B4-BE49-F238E27FC236}">
                  <a16:creationId xmlns:a16="http://schemas.microsoft.com/office/drawing/2014/main" id="{6777EE9B-4C23-6892-EB32-401F4D5416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5DBF99F7-40C5-E04A-A203-EE96642D06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39E4B001-8C77-A9B9-B186-48F487ABE7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CB58EE54-B213-A31B-BB5A-AA32CB8299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102D3DB-503D-3E14-3C6C-46925F4479D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5D86CFE5-3DB6-B0F1-B1BF-3AE13981ED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D20E14BC-9F1F-9986-6F96-521102611D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223">
              <a:extLst>
                <a:ext uri="{FF2B5EF4-FFF2-40B4-BE49-F238E27FC236}">
                  <a16:creationId xmlns:a16="http://schemas.microsoft.com/office/drawing/2014/main" id="{1D751152-D7E4-17C5-F982-7F99CF7803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4">
              <a:extLst>
                <a:ext uri="{FF2B5EF4-FFF2-40B4-BE49-F238E27FC236}">
                  <a16:creationId xmlns:a16="http://schemas.microsoft.com/office/drawing/2014/main" id="{7490D098-0B26-4E8E-0982-006A134B8F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5">
              <a:extLst>
                <a:ext uri="{FF2B5EF4-FFF2-40B4-BE49-F238E27FC236}">
                  <a16:creationId xmlns:a16="http://schemas.microsoft.com/office/drawing/2014/main" id="{B6CE28E7-38F9-2146-37A7-D1B4C14EE1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6">
              <a:extLst>
                <a:ext uri="{FF2B5EF4-FFF2-40B4-BE49-F238E27FC236}">
                  <a16:creationId xmlns:a16="http://schemas.microsoft.com/office/drawing/2014/main" id="{8B5F61CA-0E37-69E1-4FCC-183237FE97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7">
              <a:extLst>
                <a:ext uri="{FF2B5EF4-FFF2-40B4-BE49-F238E27FC236}">
                  <a16:creationId xmlns:a16="http://schemas.microsoft.com/office/drawing/2014/main" id="{CC938675-0136-0EF7-9362-8F18D7F7E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8">
              <a:extLst>
                <a:ext uri="{FF2B5EF4-FFF2-40B4-BE49-F238E27FC236}">
                  <a16:creationId xmlns:a16="http://schemas.microsoft.com/office/drawing/2014/main" id="{EEC4DE78-0040-388D-7A27-78FFE9E8B4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9">
              <a:extLst>
                <a:ext uri="{FF2B5EF4-FFF2-40B4-BE49-F238E27FC236}">
                  <a16:creationId xmlns:a16="http://schemas.microsoft.com/office/drawing/2014/main" id="{02A7504C-049A-741D-6E2F-0A542456B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30">
              <a:extLst>
                <a:ext uri="{FF2B5EF4-FFF2-40B4-BE49-F238E27FC236}">
                  <a16:creationId xmlns:a16="http://schemas.microsoft.com/office/drawing/2014/main" id="{2E1B0D6D-2B81-84EF-D129-D9B506924B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1">
              <a:extLst>
                <a:ext uri="{FF2B5EF4-FFF2-40B4-BE49-F238E27FC236}">
                  <a16:creationId xmlns:a16="http://schemas.microsoft.com/office/drawing/2014/main" id="{6B426A81-547E-0AAE-98D0-D016BE2C6B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2">
              <a:extLst>
                <a:ext uri="{FF2B5EF4-FFF2-40B4-BE49-F238E27FC236}">
                  <a16:creationId xmlns:a16="http://schemas.microsoft.com/office/drawing/2014/main" id="{6A48F9FF-39DD-0400-D0D2-92DDDC476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3">
              <a:extLst>
                <a:ext uri="{FF2B5EF4-FFF2-40B4-BE49-F238E27FC236}">
                  <a16:creationId xmlns:a16="http://schemas.microsoft.com/office/drawing/2014/main" id="{0D395C99-E7E5-AF03-9EB0-9B2E051899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4">
              <a:extLst>
                <a:ext uri="{FF2B5EF4-FFF2-40B4-BE49-F238E27FC236}">
                  <a16:creationId xmlns:a16="http://schemas.microsoft.com/office/drawing/2014/main" id="{D2B271E4-4809-AAF5-883E-9FC0B54484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5">
              <a:extLst>
                <a:ext uri="{FF2B5EF4-FFF2-40B4-BE49-F238E27FC236}">
                  <a16:creationId xmlns:a16="http://schemas.microsoft.com/office/drawing/2014/main" id="{25866276-9845-236C-A112-0E66831291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17C4E8E2-B131-8C14-36BE-3585D02EEE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0B5A9E48-F7CB-CC44-3B21-11FC852EFB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FD234D2-8466-C31E-0E74-FC79A4D78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6350449E-301A-858B-F700-E19C86D26F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2A9DC18E-9A94-A013-101A-10C1DB5006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C18ED71D-5258-CAA6-6A62-8E97652914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68B03FFF-C36F-68B0-0BA3-5FA93D9B9D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8DA341-B613-E6C6-2E18-6912946BC18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1CB940DE-3FE7-0FF8-547C-D90BAEAE50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269C486F-56FF-B71D-CBEC-E329B7CBF4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8F737B2-D9CA-6417-3C1E-DDD4B33BFF0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700C90F3-EA48-AA6D-3458-F2899EC5A0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AB03B639-1BE3-A9DE-6338-17A18C5CDF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EF2AF041-48CC-76D8-D97D-649184C713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F0E96C64-3CED-60D4-1B3C-5E8A874B20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FA5BD23B-B33F-77C1-8B69-AE774DF2E5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8111A7E-CCDF-DCCF-F198-4E1B8400B7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27786A71-2EE7-BF13-D76A-D6C92D271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F524BF5F-563E-00BE-59BE-0FFD49A3A4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BA7AA999-1BEE-32D5-2CC5-3FBBACF03D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8D282E2D-E995-4339-0657-795B283CC1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2F8F377-455B-0E9A-D48B-F004C8AEDF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A0BA3D11-C34E-A22F-8BE6-50119C3699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3E8F8BE4-AEFA-C0E0-D9F0-87DD66A10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CD9A5E48-71C3-0BA9-E90A-179A601DDB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D48AD15C-8155-5350-5E58-3931C737C8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CBFF016-62F9-BAE1-00C3-2DF0199CB2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A2D46221-2D31-DCE5-37D9-EB99B18B4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1088477-B2A1-3A3A-E1CB-B17A20BB1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69D463C-97AA-0427-34B2-103FA7431F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curtain-100.eps">
            <a:extLst>
              <a:ext uri="{FF2B5EF4-FFF2-40B4-BE49-F238E27FC236}">
                <a16:creationId xmlns:a16="http://schemas.microsoft.com/office/drawing/2014/main" id="{54C10B2F-BF25-C43A-0F0C-DB4F79D335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www.algonquincollege.com/coop-career-centre/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A39C019-4E87-F630-1EC2-66E5B98E2DF0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BB2B9CCC-3EC4-F6BE-2B27-A2AD19745C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DFBBAE96-6529-FFB8-ACAF-F7AA7B078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81F258EB-3DF7-E1EC-C409-0849FA55DC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33582AA5-5ECD-2652-14D5-4A9F7C3E90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CDA7C96-11B1-7441-DA58-4239C68A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4D05BFF-3081-AE5A-5E03-7668069871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6424046F-CB14-60EF-CBF7-C3A10E6453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3F1B8262-1EAB-962D-A6B2-CF0A48490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DCA44647-51C6-9D84-42D8-BFF4104D47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5CC560ED-AD12-E4EE-CBBD-F26D87811D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CE18128-E860-9225-7930-BF7C9F62DC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8B261DA6-F527-D7DC-5690-687AD57CA1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7007EF35-1174-A118-6A1D-0306A07C10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28ADA499-ABB4-F885-236B-38C9E7FB56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8EB5DE89-407B-DF8C-885E-118BA71DC7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9BC061FD-0E73-582D-606B-8363CB31B6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83636087-FC1C-3589-B0E4-18CAB6121C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FAF0799-52E5-B75F-181B-C7C5E93BDC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64C65EF2-63FF-E221-5782-A8C9B11E15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318A5D7-5160-BF97-A44D-5AC1CF011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837051E3-862D-5188-66DA-7047F391EE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3A79DBA9-4125-0159-ECF1-3F8CFC9ADB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curtain-100.eps">
            <a:extLst>
              <a:ext uri="{FF2B5EF4-FFF2-40B4-BE49-F238E27FC236}">
                <a16:creationId xmlns:a16="http://schemas.microsoft.com/office/drawing/2014/main" id="{6A418236-C89E-3FB2-8C49-1BA8E5659B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4388" y="1912435"/>
            <a:ext cx="12088812" cy="362579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BC1AE21-CAFD-F59F-AC83-27A5D5BB926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88BB1230-8595-D481-818F-6BD5F65F3D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69DB9480-C810-0425-5148-725B7911D3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08C88BF5-09BC-2792-74B1-3AFE695E894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E134F21E-8C3B-70D6-38F2-71CF2EE2B3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B057DDD1-022C-4438-EBA8-9B633FB835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50011134-F88A-B9D5-F930-2BAE757148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1AA69CF2-A78F-0C4E-F7DB-75888CC4EA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C65CAF29-5C83-9CDE-3D8F-EED8E45615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72744D4-2FE4-A0AF-632C-3D2413211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7B37E11E-04EA-9BE1-195C-75CDDEBC4D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556B1992-951C-C5D8-C629-98B764870C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FED4312B-FA45-A99F-E951-C6E056C642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D926A3-4B68-507A-9859-8936B0013B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830ED208-4A92-CD96-D890-0AC807A69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8634C3A4-DD2A-DB48-F44F-7288EBC7B7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358E1744-41FC-5287-A0C8-59E52D53EC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D7ABA206-F3CB-6CA0-FB05-A98DB2DBF9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BC27C358-AEAE-3E4B-96DD-08FE2A693E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18EB9F64-E99C-792D-AA3D-50DB9F35CB0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1F03E07C-775E-4FDF-7950-381312DF38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81F97A57-C794-B7E3-2909-EF5A43B27A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3437EDC5-72FD-02B7-AB0D-291CAE2FA9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B9BF6F-B793-6227-D38F-1B2409D9F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E36B2-3136-AFBE-505B-3A77B423BC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3587" y="861116"/>
            <a:ext cx="11590413" cy="5652344"/>
          </a:xfrm>
          <a:prstGeom prst="rect">
            <a:avLst/>
          </a:prstGeom>
        </p:spPr>
      </p:pic>
      <p:pic>
        <p:nvPicPr>
          <p:cNvPr id="8" name="Picture 7" descr="curtain-100.eps">
            <a:extLst>
              <a:ext uri="{FF2B5EF4-FFF2-40B4-BE49-F238E27FC236}">
                <a16:creationId xmlns:a16="http://schemas.microsoft.com/office/drawing/2014/main" id="{5ACFF3E0-3B48-E16B-B9A4-A1D9B7FC04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CDA33D3-20F9-0A1E-AF24-14D4A6B3466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9" name="Freeform 221">
              <a:extLst>
                <a:ext uri="{FF2B5EF4-FFF2-40B4-BE49-F238E27FC236}">
                  <a16:creationId xmlns:a16="http://schemas.microsoft.com/office/drawing/2014/main" id="{9A5451C6-6D0D-7ABA-A3C6-203F25E121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2">
              <a:extLst>
                <a:ext uri="{FF2B5EF4-FFF2-40B4-BE49-F238E27FC236}">
                  <a16:creationId xmlns:a16="http://schemas.microsoft.com/office/drawing/2014/main" id="{94F18435-4D15-4CB1-6279-49DD971094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23">
              <a:extLst>
                <a:ext uri="{FF2B5EF4-FFF2-40B4-BE49-F238E27FC236}">
                  <a16:creationId xmlns:a16="http://schemas.microsoft.com/office/drawing/2014/main" id="{BE0D91B5-8E4C-2F4E-7B3C-4F88238FA9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4">
              <a:extLst>
                <a:ext uri="{FF2B5EF4-FFF2-40B4-BE49-F238E27FC236}">
                  <a16:creationId xmlns:a16="http://schemas.microsoft.com/office/drawing/2014/main" id="{53D9A870-E913-38C2-EEE5-E395E16FE9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5">
              <a:extLst>
                <a:ext uri="{FF2B5EF4-FFF2-40B4-BE49-F238E27FC236}">
                  <a16:creationId xmlns:a16="http://schemas.microsoft.com/office/drawing/2014/main" id="{52181E37-8B1D-66E7-5911-85D05A93BC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6">
              <a:extLst>
                <a:ext uri="{FF2B5EF4-FFF2-40B4-BE49-F238E27FC236}">
                  <a16:creationId xmlns:a16="http://schemas.microsoft.com/office/drawing/2014/main" id="{345B57B8-BE1E-19D6-3BBD-61BDD47887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7">
              <a:extLst>
                <a:ext uri="{FF2B5EF4-FFF2-40B4-BE49-F238E27FC236}">
                  <a16:creationId xmlns:a16="http://schemas.microsoft.com/office/drawing/2014/main" id="{E75B7855-ADB4-A5EE-13DC-DFE4BB4767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8">
              <a:extLst>
                <a:ext uri="{FF2B5EF4-FFF2-40B4-BE49-F238E27FC236}">
                  <a16:creationId xmlns:a16="http://schemas.microsoft.com/office/drawing/2014/main" id="{E8EB275E-4CBA-7013-7A18-C6BEA82A13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9">
              <a:extLst>
                <a:ext uri="{FF2B5EF4-FFF2-40B4-BE49-F238E27FC236}">
                  <a16:creationId xmlns:a16="http://schemas.microsoft.com/office/drawing/2014/main" id="{3D6D5A61-52C9-2BC3-09DD-6165B13CC1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0">
              <a:extLst>
                <a:ext uri="{FF2B5EF4-FFF2-40B4-BE49-F238E27FC236}">
                  <a16:creationId xmlns:a16="http://schemas.microsoft.com/office/drawing/2014/main" id="{127E3D7D-2BF8-81A8-65AD-123D061F19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1">
              <a:extLst>
                <a:ext uri="{FF2B5EF4-FFF2-40B4-BE49-F238E27FC236}">
                  <a16:creationId xmlns:a16="http://schemas.microsoft.com/office/drawing/2014/main" id="{7662A0D1-9DC7-589C-011F-C1E2C2A13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2">
              <a:extLst>
                <a:ext uri="{FF2B5EF4-FFF2-40B4-BE49-F238E27FC236}">
                  <a16:creationId xmlns:a16="http://schemas.microsoft.com/office/drawing/2014/main" id="{CA73A813-4BAF-0C67-55E8-34C6AEA5B6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3">
              <a:extLst>
                <a:ext uri="{FF2B5EF4-FFF2-40B4-BE49-F238E27FC236}">
                  <a16:creationId xmlns:a16="http://schemas.microsoft.com/office/drawing/2014/main" id="{CBDB8D90-5D0E-6CBE-AD93-5E2B613873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4">
              <a:extLst>
                <a:ext uri="{FF2B5EF4-FFF2-40B4-BE49-F238E27FC236}">
                  <a16:creationId xmlns:a16="http://schemas.microsoft.com/office/drawing/2014/main" id="{8F7D13A9-A53A-872E-CAEE-3B86289605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5">
              <a:extLst>
                <a:ext uri="{FF2B5EF4-FFF2-40B4-BE49-F238E27FC236}">
                  <a16:creationId xmlns:a16="http://schemas.microsoft.com/office/drawing/2014/main" id="{CBDD1288-C2A8-FD26-41C8-B4FCEB8AB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6">
              <a:extLst>
                <a:ext uri="{FF2B5EF4-FFF2-40B4-BE49-F238E27FC236}">
                  <a16:creationId xmlns:a16="http://schemas.microsoft.com/office/drawing/2014/main" id="{D3C5799D-E15A-99C6-44C7-73BCFFC936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7">
              <a:extLst>
                <a:ext uri="{FF2B5EF4-FFF2-40B4-BE49-F238E27FC236}">
                  <a16:creationId xmlns:a16="http://schemas.microsoft.com/office/drawing/2014/main" id="{0035DBBA-08F8-0F74-4291-6AA243F3C1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id="{DD9C9D8A-2865-5AE2-462E-1AAB104A4C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39">
              <a:extLst>
                <a:ext uri="{FF2B5EF4-FFF2-40B4-BE49-F238E27FC236}">
                  <a16:creationId xmlns:a16="http://schemas.microsoft.com/office/drawing/2014/main" id="{81CF615B-FA78-F3CF-6A85-5E61513E505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0">
              <a:extLst>
                <a:ext uri="{FF2B5EF4-FFF2-40B4-BE49-F238E27FC236}">
                  <a16:creationId xmlns:a16="http://schemas.microsoft.com/office/drawing/2014/main" id="{DFCEB712-3331-DA53-A16E-87749114D2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1">
              <a:extLst>
                <a:ext uri="{FF2B5EF4-FFF2-40B4-BE49-F238E27FC236}">
                  <a16:creationId xmlns:a16="http://schemas.microsoft.com/office/drawing/2014/main" id="{B954F6F5-6658-24B2-7828-02E49DAE49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2">
              <a:extLst>
                <a:ext uri="{FF2B5EF4-FFF2-40B4-BE49-F238E27FC236}">
                  <a16:creationId xmlns:a16="http://schemas.microsoft.com/office/drawing/2014/main" id="{19521D17-5532-FA35-B1BF-716D907DF2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7530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7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706" r:id="rId22"/>
    <p:sldLayoutId id="2147483682" r:id="rId23"/>
    <p:sldLayoutId id="2147483654" r:id="rId24"/>
    <p:sldLayoutId id="2147483662" r:id="rId25"/>
    <p:sldLayoutId id="2147483683" r:id="rId26"/>
    <p:sldLayoutId id="2147483684" r:id="rId27"/>
    <p:sldLayoutId id="2147483664" r:id="rId28"/>
    <p:sldLayoutId id="2147483700" r:id="rId29"/>
    <p:sldLayoutId id="2147483701" r:id="rId30"/>
    <p:sldLayoutId id="2147483657" r:id="rId31"/>
    <p:sldLayoutId id="2147483674" r:id="rId32"/>
    <p:sldLayoutId id="2147483675" r:id="rId33"/>
    <p:sldLayoutId id="2147483681" r:id="rId34"/>
    <p:sldLayoutId id="2147483667" r:id="rId35"/>
    <p:sldLayoutId id="2147483680" r:id="rId36"/>
    <p:sldLayoutId id="2147483703" r:id="rId37"/>
    <p:sldLayoutId id="2147483704" r:id="rId38"/>
    <p:sldLayoutId id="2147483702" r:id="rId39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gonquincollege.com/coop-career-centre/student-important-date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microsoft.com/office/2007/relationships/hdphoto" Target="../media/hdphoto3.wdp"/><Relationship Id="rId5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C1AD-765C-7EEA-7738-73E91F1B6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HireAC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8C1CE-2139-D9B3-8FD2-37CC223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HOW TO GUIDE</a:t>
            </a:r>
          </a:p>
        </p:txBody>
      </p:sp>
    </p:spTree>
    <p:extLst>
      <p:ext uri="{BB962C8B-B14F-4D97-AF65-F5344CB8AC3E}">
        <p14:creationId xmlns:p14="http://schemas.microsoft.com/office/powerpoint/2010/main" val="370649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14407454" cy="1335973"/>
          </a:xfrm>
        </p:spPr>
        <p:txBody>
          <a:bodyPr/>
          <a:lstStyle/>
          <a:p>
            <a:r>
              <a:rPr lang="en-US" dirty="0"/>
              <a:t>HireAC Guide Sections</a:t>
            </a:r>
            <a:endParaRPr lang="en-US" sz="3600" b="0" dirty="0">
              <a:solidFill>
                <a:schemeClr val="accent5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812881" y="1817755"/>
            <a:ext cx="14232047" cy="5399474"/>
          </a:xfrm>
        </p:spPr>
        <p:txBody>
          <a:bodyPr numCol="2"/>
          <a:lstStyle/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Getting Started with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Cooperative Education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Changing Preferred Name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Downloading the Co-op Work Permit Confirmation Letter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Documents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Postings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Setting up Job Alerts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b="1" dirty="0"/>
              <a:t>Co-op Interviews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Offers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Work-term record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Booking a Peer Review meeting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Events And Workshops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Career &amp; Employment Module in HireAC</a:t>
            </a:r>
          </a:p>
          <a:p>
            <a:pPr>
              <a:buClr>
                <a:schemeClr val="tx2"/>
              </a:buClr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727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82B66-067C-98E6-810B-213DB9A6C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86A59-23DB-0841-F878-1762A921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Co-op Interviews Page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60324-F02B-CCDA-0D5C-7CAB34FB6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review and respond to interview invitations in HireAC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50F40-4D94-19D4-45CC-90C85F119F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653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7DABC-36D5-8B93-1EB4-1ABA7B089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1F24-AD9B-46E7-6DB6-F99B69DDF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5042163" cy="1335973"/>
          </a:xfrm>
        </p:spPr>
        <p:txBody>
          <a:bodyPr/>
          <a:lstStyle/>
          <a:p>
            <a:r>
              <a:rPr lang="en-US" dirty="0"/>
              <a:t>Viewing and responding to interview invitations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25A61-B6A4-2C45-A163-2E5807F64B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2411612"/>
            <a:ext cx="14194891" cy="5452228"/>
          </a:xfrm>
        </p:spPr>
        <p:txBody>
          <a:bodyPr/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Co-op interviews may be scheduled by the employers through or outside of HireAC.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When you receive an interview </a:t>
            </a:r>
            <a:r>
              <a:rPr lang="en-US" sz="2800" b="1" dirty="0"/>
              <a:t>invite through HireAC</a:t>
            </a:r>
            <a:r>
              <a:rPr lang="en-US" sz="2800" dirty="0"/>
              <a:t>, you will also receive an email to your </a:t>
            </a:r>
            <a:r>
              <a:rPr lang="en-US" sz="2800" b="1" dirty="0"/>
              <a:t>Algonquin Live account </a:t>
            </a:r>
            <a:r>
              <a:rPr lang="en-US" sz="2800" dirty="0"/>
              <a:t>informing you of your upcoming interview.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You will be directed to log into HireAC to accept the invite and select your time slot.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You are required to respond to all job interviews requests </a:t>
            </a:r>
            <a:r>
              <a:rPr lang="en-US" sz="2800" b="1" dirty="0"/>
              <a:t>within 24 hours.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/>
              <a:t>Be sure to check your Algonquin Live email daily during the </a:t>
            </a:r>
            <a:r>
              <a:rPr lang="en-US" sz="2800" b="1" dirty="0">
                <a:hlinkClick r:id="rId3"/>
              </a:rPr>
              <a:t>Interview Period</a:t>
            </a:r>
            <a:r>
              <a:rPr lang="en-US" sz="2800" b="1" dirty="0"/>
              <a:t>, so that you don't miss any invitations!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8D744-BA4E-C43B-5110-14E69930C03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500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EB5CE-26C7-0B3D-A374-8665543D0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7F7D-8892-34A4-765F-A71A07DB8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5042163" cy="1335973"/>
          </a:xfrm>
        </p:spPr>
        <p:txBody>
          <a:bodyPr/>
          <a:lstStyle/>
          <a:p>
            <a:r>
              <a:rPr lang="en-US" dirty="0"/>
              <a:t>Co-op Interviews Page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A1A7C-DD54-0350-D248-5AC9D91B9A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1954412"/>
            <a:ext cx="7315914" cy="5945648"/>
          </a:xfrm>
        </p:spPr>
        <p:txBody>
          <a:bodyPr/>
          <a:lstStyle/>
          <a:p>
            <a:pPr marL="514350" indent="-5143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Log into HireAC, Cooperative Education Module</a:t>
            </a:r>
          </a:p>
          <a:p>
            <a:pPr marL="514350" indent="-5143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Go to the </a:t>
            </a:r>
            <a:r>
              <a:rPr lang="en-US" sz="2400" b="1" dirty="0"/>
              <a:t>Co-op Interviews </a:t>
            </a:r>
            <a:r>
              <a:rPr lang="en-US" sz="2400" dirty="0"/>
              <a:t>page to view your interview record. Use the drop-down menu at the top of the page to filter your records by time frame.</a:t>
            </a:r>
          </a:p>
          <a:p>
            <a:pPr marL="514350" indent="-5143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Unscheduled Interviews </a:t>
            </a:r>
            <a:r>
              <a:rPr lang="en-US" sz="2400" dirty="0"/>
              <a:t>– View and respond to current interview invitations.</a:t>
            </a:r>
          </a:p>
          <a:p>
            <a:pPr marL="514350" indent="-5143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Booked Interviews </a:t>
            </a:r>
            <a:r>
              <a:rPr lang="en-US" sz="2400" dirty="0"/>
              <a:t>– Review details of your upcoming or completed interviews.</a:t>
            </a:r>
          </a:p>
          <a:p>
            <a:pPr marL="514350" indent="-5143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Declined Interviews </a:t>
            </a:r>
            <a:r>
              <a:rPr lang="en-US" sz="2400" dirty="0"/>
              <a:t>– Access the invitations you declined.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0006C-B92F-C5CF-865A-AF3F728DFB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7C953D-508A-55CB-A7CA-BB46B854E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15819" y="1954412"/>
            <a:ext cx="6551883" cy="35069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ECF02A8-1532-1A0B-986D-4C21FCE6DC38}"/>
              </a:ext>
            </a:extLst>
          </p:cNvPr>
          <p:cNvSpPr/>
          <p:nvPr/>
        </p:nvSpPr>
        <p:spPr>
          <a:xfrm>
            <a:off x="10955983" y="3227755"/>
            <a:ext cx="4211719" cy="918359"/>
          </a:xfrm>
          <a:prstGeom prst="rect">
            <a:avLst/>
          </a:prstGeom>
          <a:noFill/>
          <a:ln w="57150">
            <a:solidFill>
              <a:srgbClr val="1E6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B4936A-B6CD-A404-6337-CEFDE7F1704D}"/>
              </a:ext>
            </a:extLst>
          </p:cNvPr>
          <p:cNvSpPr/>
          <p:nvPr/>
        </p:nvSpPr>
        <p:spPr>
          <a:xfrm>
            <a:off x="11736888" y="2768251"/>
            <a:ext cx="1834130" cy="388442"/>
          </a:xfrm>
          <a:prstGeom prst="rect">
            <a:avLst/>
          </a:prstGeom>
          <a:noFill/>
          <a:ln w="57150">
            <a:solidFill>
              <a:srgbClr val="1E6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73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CAB24-0280-DE57-F2C1-699AF4A9C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9409-95B5-CA38-4E25-CB3681D1C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5042163" cy="1335973"/>
          </a:xfrm>
        </p:spPr>
        <p:txBody>
          <a:bodyPr/>
          <a:lstStyle/>
          <a:p>
            <a:r>
              <a:rPr lang="en-US" dirty="0"/>
              <a:t>Confirming the interview and booking a time slot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65B15-659A-EBCC-D90F-AB559B30BE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0774" y="1908692"/>
            <a:ext cx="6659025" cy="5945648"/>
          </a:xfrm>
        </p:spPr>
        <p:txBody>
          <a:bodyPr/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To respond to an interview invitation, click </a:t>
            </a:r>
            <a:r>
              <a:rPr lang="en-US" sz="2400" b="1" dirty="0"/>
              <a:t>View </a:t>
            </a:r>
            <a:r>
              <a:rPr lang="en-US" sz="2400" dirty="0"/>
              <a:t>on the right-hand side of the invitation.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You will be redirected to a new page displaying additional interview details.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To accept the invitation, click </a:t>
            </a:r>
            <a:r>
              <a:rPr lang="en-US" sz="2400" b="1" dirty="0"/>
              <a:t>Book my Interview Appointment</a:t>
            </a:r>
            <a:r>
              <a:rPr lang="en-US" sz="2400" dirty="0"/>
              <a:t>. On the next page, you will be able to review and select an available time slot.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To decline the invitation, click </a:t>
            </a:r>
            <a:r>
              <a:rPr lang="en-US" sz="2400" b="1" dirty="0"/>
              <a:t>Decline Interview</a:t>
            </a:r>
            <a:r>
              <a:rPr lang="en-US" sz="24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24D41-8903-5ABB-43E1-D986EF9CBA4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3BC1EA-5EB7-8E4E-94D0-DB7191B95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r="12965"/>
          <a:stretch>
            <a:fillRect/>
          </a:stretch>
        </p:blipFill>
        <p:spPr>
          <a:xfrm>
            <a:off x="9018309" y="1908692"/>
            <a:ext cx="6278504" cy="20662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D7C0A8-C8DD-E728-2D03-7100364536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37789" y="3535828"/>
            <a:ext cx="5943600" cy="2120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B8B3EA-3CCA-F335-D243-4D7AAF2FF6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5700"/>
          <a:stretch>
            <a:fillRect/>
          </a:stretch>
        </p:blipFill>
        <p:spPr>
          <a:xfrm>
            <a:off x="9018309" y="5656728"/>
            <a:ext cx="5943600" cy="22814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191D8D6-767B-43C1-D5CF-6A13DBCDF031}"/>
              </a:ext>
            </a:extLst>
          </p:cNvPr>
          <p:cNvSpPr/>
          <p:nvPr/>
        </p:nvSpPr>
        <p:spPr>
          <a:xfrm>
            <a:off x="8333961" y="2667881"/>
            <a:ext cx="556024" cy="547864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48B3B22A-7A26-4D43-E660-B7E0B558432C}"/>
              </a:ext>
            </a:extLst>
          </p:cNvPr>
          <p:cNvSpPr/>
          <p:nvPr/>
        </p:nvSpPr>
        <p:spPr>
          <a:xfrm>
            <a:off x="7891505" y="5108864"/>
            <a:ext cx="556024" cy="547864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BB3AFB3A-A5DF-F438-15A6-2AC6AAE524A8}"/>
              </a:ext>
            </a:extLst>
          </p:cNvPr>
          <p:cNvSpPr/>
          <p:nvPr/>
        </p:nvSpPr>
        <p:spPr>
          <a:xfrm>
            <a:off x="8333961" y="6814286"/>
            <a:ext cx="556024" cy="547864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5D3D8A49-2F18-12AA-36C5-69E62EE716FB}"/>
              </a:ext>
            </a:extLst>
          </p:cNvPr>
          <p:cNvSpPr/>
          <p:nvPr/>
        </p:nvSpPr>
        <p:spPr>
          <a:xfrm>
            <a:off x="14771649" y="5108864"/>
            <a:ext cx="556024" cy="547864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83773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0836D-9714-D13F-5F5C-668D36A48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D83E24B-005A-44EE-AFD6-C06977E1CC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80852" y="1769060"/>
            <a:ext cx="7135109" cy="40493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5E8A78-06BC-7425-1385-D46E38A00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5042163" cy="1335973"/>
          </a:xfrm>
        </p:spPr>
        <p:txBody>
          <a:bodyPr/>
          <a:lstStyle/>
          <a:p>
            <a:r>
              <a:rPr lang="en-US" dirty="0"/>
              <a:t>View Booked Interview Details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25D36-98EE-4BA3-994B-C8A53BCE14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1769060"/>
            <a:ext cx="6828889" cy="5945648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300" dirty="0"/>
              <a:t>View the details of your booked interviews in the </a:t>
            </a:r>
            <a:r>
              <a:rPr lang="en-US" sz="2300" b="1" dirty="0"/>
              <a:t>Booked Interviews </a:t>
            </a:r>
            <a:r>
              <a:rPr lang="en-US" sz="2300" dirty="0"/>
              <a:t>record.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300" dirty="0"/>
              <a:t>Interview details include:</a:t>
            </a:r>
          </a:p>
          <a:p>
            <a:pPr marL="914400" lvl="1" indent="-395288">
              <a:buFont typeface="Arial" panose="020B0604020202020204" pitchFamily="34" charset="0"/>
              <a:buChar char="•"/>
            </a:pPr>
            <a:r>
              <a:rPr lang="en-US" sz="2300" dirty="0"/>
              <a:t>Job tile, link to the job description, company name</a:t>
            </a:r>
          </a:p>
          <a:p>
            <a:pPr marL="914400" lvl="1" indent="-395288">
              <a:buFont typeface="Arial" panose="020B0604020202020204" pitchFamily="34" charset="0"/>
              <a:buChar char="•"/>
            </a:pPr>
            <a:r>
              <a:rPr lang="en-US" sz="2300" dirty="0"/>
              <a:t>Date, time and location </a:t>
            </a:r>
          </a:p>
          <a:p>
            <a:pPr marL="914400" lvl="1" indent="-395288">
              <a:buFont typeface="Arial" panose="020B0604020202020204" pitchFamily="34" charset="0"/>
              <a:buChar char="•"/>
            </a:pPr>
            <a:r>
              <a:rPr lang="en-US" sz="2300" dirty="0"/>
              <a:t>Interviewer name(s)</a:t>
            </a:r>
          </a:p>
          <a:p>
            <a:pPr marL="914400" lvl="1" indent="-395288">
              <a:buFont typeface="Arial" panose="020B0604020202020204" pitchFamily="34" charset="0"/>
              <a:buChar char="•"/>
            </a:pPr>
            <a:r>
              <a:rPr lang="en-US" sz="2300" dirty="0"/>
              <a:t>Interview method: on campus, off campus, video conference</a:t>
            </a:r>
          </a:p>
          <a:p>
            <a:pPr marL="914400" lvl="1" indent="-395288">
              <a:buFont typeface="Arial" panose="020B0604020202020204" pitchFamily="34" charset="0"/>
              <a:buChar char="•"/>
            </a:pPr>
            <a:r>
              <a:rPr lang="en-US" sz="2300" dirty="0"/>
              <a:t>Special instructions and off campus location instructions</a:t>
            </a:r>
          </a:p>
          <a:p>
            <a:pPr marL="568325" indent="-568325">
              <a:buFont typeface="Arial" panose="020B0604020202020204" pitchFamily="34" charset="0"/>
              <a:buChar char="•"/>
            </a:pPr>
            <a:r>
              <a:rPr lang="en-US" sz="2300" dirty="0"/>
              <a:t>Refer to the </a:t>
            </a:r>
            <a:r>
              <a:rPr lang="en-US" sz="2300" b="1" dirty="0"/>
              <a:t>Special Instructions </a:t>
            </a:r>
            <a:r>
              <a:rPr lang="en-US" sz="2300" dirty="0"/>
              <a:t>for information on how the virtual interview link will be shared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694F0-9CAA-A33C-3042-1228148A6A5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6FBA3A-62F5-7EA9-F84B-0341D3BC4D95}"/>
              </a:ext>
            </a:extLst>
          </p:cNvPr>
          <p:cNvSpPr/>
          <p:nvPr/>
        </p:nvSpPr>
        <p:spPr>
          <a:xfrm>
            <a:off x="10795345" y="3225113"/>
            <a:ext cx="4211719" cy="2199502"/>
          </a:xfrm>
          <a:prstGeom prst="rect">
            <a:avLst/>
          </a:prstGeom>
          <a:noFill/>
          <a:ln w="57150">
            <a:solidFill>
              <a:srgbClr val="1E6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11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b32561-d7d7-4dfa-8a59-67a413273d53">
      <Terms xmlns="http://schemas.microsoft.com/office/infopath/2007/PartnerControls"/>
    </lcf76f155ced4ddcb4097134ff3c332f>
    <TaxCatchAll xmlns="7919ad2a-9438-4f4a-bfa1-d8077e5442e4" xsi:nil="true"/>
    <SharedWithUsers xmlns="7919ad2a-9438-4f4a-bfa1-d8077e5442e4">
      <UserInfo>
        <DisplayName>Alexis Gunawardena</DisplayName>
        <AccountId>12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40E62984E36E41B40E4AEF59E3C0FE" ma:contentTypeVersion="14" ma:contentTypeDescription="Create a new document." ma:contentTypeScope="" ma:versionID="a00941347cade0b10d45fff8e14b635c">
  <xsd:schema xmlns:xsd="http://www.w3.org/2001/XMLSchema" xmlns:xs="http://www.w3.org/2001/XMLSchema" xmlns:p="http://schemas.microsoft.com/office/2006/metadata/properties" xmlns:ns2="c9b32561-d7d7-4dfa-8a59-67a413273d53" xmlns:ns3="7919ad2a-9438-4f4a-bfa1-d8077e5442e4" targetNamespace="http://schemas.microsoft.com/office/2006/metadata/properties" ma:root="true" ma:fieldsID="2487fe0bb9eb149db166dfa143885f52" ns2:_="" ns3:_="">
    <xsd:import namespace="c9b32561-d7d7-4dfa-8a59-67a413273d53"/>
    <xsd:import namespace="7919ad2a-9438-4f4a-bfa1-d8077e5442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b32561-d7d7-4dfa-8a59-67a413273d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b5a200e-6db3-4776-8e88-7d4fd5d3dc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9ad2a-9438-4f4a-bfa1-d8077e5442e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46086da-b50f-4181-a608-cf85c863bd42}" ma:internalName="TaxCatchAll" ma:showField="CatchAllData" ma:web="7919ad2a-9438-4f4a-bfa1-d8077e5442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5F755C-A93C-4C23-A937-BED307F72836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7919ad2a-9438-4f4a-bfa1-d8077e5442e4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9b32561-d7d7-4dfa-8a59-67a413273d53"/>
    <ds:schemaRef ds:uri="5060071d-f4bf-4906-8547-4020ef716f6b"/>
    <ds:schemaRef ds:uri="eb4cedc2-3998-41de-9798-b9a5ad4d6676"/>
  </ds:schemaRefs>
</ds:datastoreItem>
</file>

<file path=customXml/itemProps2.xml><?xml version="1.0" encoding="utf-8"?>
<ds:datastoreItem xmlns:ds="http://schemas.openxmlformats.org/officeDocument/2006/customXml" ds:itemID="{469431C4-9351-48BB-9713-457169A6D4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b32561-d7d7-4dfa-8a59-67a413273d53"/>
    <ds:schemaRef ds:uri="7919ad2a-9438-4f4a-bfa1-d8077e5442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49F3FB-7CD5-4916-81AD-3823EB1398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3291</TotalTime>
  <Words>440</Words>
  <Application>Microsoft Office PowerPoint</Application>
  <PresentationFormat>Custom</PresentationFormat>
  <Paragraphs>60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HireAC</vt:lpstr>
      <vt:lpstr>HireAC Guide Sections</vt:lpstr>
      <vt:lpstr>8. Co-op Interviews Page in HireAC</vt:lpstr>
      <vt:lpstr>Viewing and responding to interview invitations in HireAC</vt:lpstr>
      <vt:lpstr>Co-op Interviews Page in HireAC</vt:lpstr>
      <vt:lpstr>Confirming the interview and booking a time slot</vt:lpstr>
      <vt:lpstr>View Booked Interview Details 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Tetyana Semenovych</cp:lastModifiedBy>
  <cp:revision>224</cp:revision>
  <dcterms:created xsi:type="dcterms:W3CDTF">2016-12-21T16:02:28Z</dcterms:created>
  <dcterms:modified xsi:type="dcterms:W3CDTF">2025-08-26T02:21:14Z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0x0101003F40E62984E36E41B40E4AEF59E3C0FE</vt:lpwstr>
  </property>
</Properties>
</file>