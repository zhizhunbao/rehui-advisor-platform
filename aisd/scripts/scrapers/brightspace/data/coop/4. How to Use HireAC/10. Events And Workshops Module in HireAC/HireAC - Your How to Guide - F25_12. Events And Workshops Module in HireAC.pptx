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36" r:id="rId5"/>
    <p:sldId id="365" r:id="rId6"/>
    <p:sldId id="395" r:id="rId7"/>
    <p:sldId id="398" r:id="rId8"/>
    <p:sldId id="404" r:id="rId9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9278"/>
    <a:srgbClr val="1E6040"/>
    <a:srgbClr val="006643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36A6-6A36-C7AF-FE0B-39586D53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7D8BB3-DE93-A818-78F7-B2EB569BB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3BBA9-5915-A0F1-7C9B-4194BFEC9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4F75F-869C-C441-A7DE-DF6AA04C4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92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E6373-4101-76E7-1007-76E9C482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A572CB-56D3-B6F3-EE30-51077951A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DE706-BC90-D8A6-8795-FAC912369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38ED-33F7-7C01-7085-390C8955B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3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1FF44-4ADA-341C-D176-F101EA1BA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B1BF-9725-2162-EA7A-B1A62972F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Events And Workshops Module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53527-5A6E-6245-C44B-9DF4D403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80" y="4083762"/>
            <a:ext cx="11123305" cy="2000250"/>
          </a:xfrm>
        </p:spPr>
        <p:txBody>
          <a:bodyPr/>
          <a:lstStyle/>
          <a:p>
            <a:r>
              <a:rPr lang="en-US" dirty="0"/>
              <a:t>Register for Co-op and Career Workshops and Events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49703-2EEA-2A39-7B76-D7E23AB9B3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87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F58F-0E03-152A-707A-7AAB89E4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1FBB-F0EB-2B5E-F57F-E4B05805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Events and Workshops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04AC6-6C5C-69AF-7B94-84DCD00ECC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673285"/>
            <a:ext cx="14194891" cy="670235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You can sign up for and keep track of Co-op and Career events and workshops using the Events and Workshops module in HireAC.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You will find all upcoming on-campus Co-op and Career activities as well as many off campus events including: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Networking, recruitment and employer information events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Career and job fairs, etc.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CAA12-797C-889B-A472-68392EC7776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2A16A3-8937-4452-6442-4DF057269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210" y="4908625"/>
            <a:ext cx="10646229" cy="3467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4EAD5FA-8620-F2B1-3B5D-8A38133AC676}"/>
              </a:ext>
            </a:extLst>
          </p:cNvPr>
          <p:cNvSpPr/>
          <p:nvPr/>
        </p:nvSpPr>
        <p:spPr>
          <a:xfrm>
            <a:off x="2447951" y="6520838"/>
            <a:ext cx="2857245" cy="7152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4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3EE6-423B-9DF5-129B-560999A7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6A7D-943F-465D-B3E8-8DFFCC5E6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Events and Workshops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9D5EE-0B5C-390E-CC50-2AAF9811DA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673285"/>
            <a:ext cx="14225733" cy="5821529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/>
              <a:t>Select the workshop or event that interests you.</a:t>
            </a:r>
          </a:p>
          <a:p>
            <a:pPr marL="1784423" lvl="1" indent="-514350">
              <a:lnSpc>
                <a:spcPct val="150000"/>
              </a:lnSpc>
              <a:buFont typeface="+mj-lt"/>
              <a:buAutoNum type="alphaLcPeriod"/>
            </a:pPr>
            <a:r>
              <a:rPr lang="en-US" sz="2600" dirty="0"/>
              <a:t>This will bring you to a new page where you will see more details about the event/workshop such as the time, location, description of the event/workshop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/>
              <a:t>Click on </a:t>
            </a:r>
            <a:r>
              <a:rPr lang="en-US" sz="2600" b="1" dirty="0"/>
              <a:t>Register for this event</a:t>
            </a:r>
            <a:r>
              <a:rPr lang="en-US" sz="2600" dirty="0"/>
              <a:t> option on the right-hand side to complete registration.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/>
              <a:t>Should you need to cancel please go back into the event/workshop and click on </a:t>
            </a:r>
            <a:r>
              <a:rPr lang="en-US" sz="2600" b="1" dirty="0"/>
              <a:t>Cancel</a:t>
            </a:r>
            <a:r>
              <a:rPr lang="en-US" sz="2600" dirty="0"/>
              <a:t> in red. </a:t>
            </a:r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589278"/>
                </a:solidFill>
              </a:rPr>
              <a:t>Please note: </a:t>
            </a:r>
            <a:r>
              <a:rPr lang="en-US" sz="2600" i="1" dirty="0"/>
              <a:t>Co-op and </a:t>
            </a:r>
            <a:r>
              <a:rPr lang="en-US" sz="2600" i="1"/>
              <a:t>Career Centre’s workshops </a:t>
            </a:r>
            <a:r>
              <a:rPr lang="en-US" sz="2600" i="1" dirty="0"/>
              <a:t>and events are often waitlisted, please make sure that you cancel your registration if you cannot attend, so that we can release space to other students.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49FF89-E22E-DD6F-C878-A6D34134ED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216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2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3288</TotalTime>
  <Words>278</Words>
  <Application>Microsoft Office PowerPoint</Application>
  <PresentationFormat>Custom</PresentationFormat>
  <Paragraphs>37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Office Theme</vt:lpstr>
      <vt:lpstr>HireAC</vt:lpstr>
      <vt:lpstr>HireAC Guide Sections</vt:lpstr>
      <vt:lpstr>12. Events And Workshops Module in HireAC</vt:lpstr>
      <vt:lpstr>Events and Workshops</vt:lpstr>
      <vt:lpstr>Events and Workshops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227</cp:revision>
  <dcterms:created xsi:type="dcterms:W3CDTF">2016-12-21T16:02:28Z</dcterms:created>
  <dcterms:modified xsi:type="dcterms:W3CDTF">2025-08-26T02:26:06Z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