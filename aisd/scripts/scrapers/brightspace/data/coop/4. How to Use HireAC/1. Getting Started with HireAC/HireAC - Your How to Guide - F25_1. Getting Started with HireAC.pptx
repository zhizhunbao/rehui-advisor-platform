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6" r:id="rId5"/>
    <p:sldId id="365" r:id="rId6"/>
    <p:sldId id="337" r:id="rId7"/>
    <p:sldId id="409" r:id="rId8"/>
    <p:sldId id="407" r:id="rId9"/>
    <p:sldId id="406" r:id="rId10"/>
    <p:sldId id="408" r:id="rId11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3E"/>
    <a:srgbClr val="589278"/>
    <a:srgbClr val="1E6040"/>
    <a:srgbClr val="006643"/>
    <a:srgbClr val="338267"/>
    <a:srgbClr val="267A52"/>
    <a:srgbClr val="43B02A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0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28B4C-F6B3-DAC4-BEAB-F5914482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94502-3AFB-D8B9-6BED-5F59F652F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62C22-A7D3-2573-8745-062717CFA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CE510-6AFB-3CF1-C0D1-67FC7C706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79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D9D1-B8BB-BA5A-CE0F-87934995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13435-12FF-02F8-6F0B-C21FE49D1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FF495-6DB1-7C33-60BA-B68657C10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47CB2-B510-FB81-39E0-4228F4456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28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DFEA7-EB2C-83E7-A10B-4FF2A891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7E871-6DB6-756E-2248-4CE96631E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647F0-AC24-4257-72E5-B32794F6E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C3182-3FD1-50B0-FBC7-303FCAC99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09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ireac.algonquincollege.com/home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4E79-B550-1556-3712-C31934BA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Getting Started with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55B97-C7FF-749A-24EF-A43F89082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HireAC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38037-BF5C-1E4F-4C29-C8B29F60A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93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HireAC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2" y="1766389"/>
            <a:ext cx="5805913" cy="576107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Go to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HireAC: </a:t>
            </a:r>
            <a:r>
              <a:rPr lang="en-CA" sz="2800" b="1" u="sng" kern="100" dirty="0">
                <a:solidFill>
                  <a:srgbClr val="0000FF"/>
                </a:solidFill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https://hireac.algonquincollege.com/home.htm</a:t>
            </a:r>
            <a:endParaRPr lang="en-CA" sz="28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dirty="0">
                <a:solidFill>
                  <a:srgbClr val="444444"/>
                </a:solidFill>
              </a:rPr>
              <a:t>Click on </a:t>
            </a:r>
            <a:r>
              <a:rPr lang="en-US" sz="2800" b="1" dirty="0">
                <a:solidFill>
                  <a:srgbClr val="444444"/>
                </a:solidFill>
              </a:rPr>
              <a:t>Students</a:t>
            </a:r>
            <a:r>
              <a:rPr lang="en-US" sz="2800" b="1">
                <a:solidFill>
                  <a:srgbClr val="444444"/>
                </a:solidFill>
              </a:rPr>
              <a:t>/Student Login</a:t>
            </a:r>
            <a:endParaRPr lang="en-US" sz="2800" b="1" dirty="0">
              <a:solidFill>
                <a:srgbClr val="444444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800" dirty="0">
                <a:solidFill>
                  <a:srgbClr val="444444"/>
                </a:solidFill>
              </a:rPr>
              <a:t>This will redirect you to the single sign on login page.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Use your AC student credentials to log into HireAC.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734" y="1766389"/>
            <a:ext cx="8227505" cy="55017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13360400" y="1945584"/>
            <a:ext cx="1485900" cy="1117600"/>
          </a:xfrm>
          <a:prstGeom prst="rect">
            <a:avLst/>
          </a:prstGeom>
          <a:noFill/>
          <a:ln w="57150">
            <a:solidFill>
              <a:srgbClr val="0066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8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BEA9-D19D-A52A-40A9-B2EF8F0C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AF47-CD48-2C20-05D8-070FC27B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HireAC Introduction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B332D-008B-BFEE-DDF3-69217EDCC7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673285"/>
            <a:ext cx="14193077" cy="5821529"/>
          </a:xfrm>
        </p:spPr>
        <p:txBody>
          <a:bodyPr/>
          <a:lstStyle/>
          <a:p>
            <a:r>
              <a:rPr lang="en-US" sz="2600" b="1" dirty="0">
                <a:solidFill>
                  <a:srgbClr val="589278"/>
                </a:solidFill>
              </a:rPr>
              <a:t>HireAC is an exclusive online job board for Algonquin College students and graduates!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Whether you’re looking for employment opportunities, co-op placements, or career development events, you can find everything in one place.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There are four main modules in HireAC: </a:t>
            </a:r>
            <a:r>
              <a:rPr lang="en-US" sz="2400" dirty="0"/>
              <a:t>Career &amp; Employment, Cooperative Education, Co-Curricular Record and Events and Workshops.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Co-op and Caree Centre will post any key announcements related to HireAC on the </a:t>
            </a:r>
            <a:r>
              <a:rPr lang="en-US" sz="2400" b="1" dirty="0"/>
              <a:t>Dashboard</a:t>
            </a:r>
            <a:r>
              <a:rPr lang="en-US" sz="2400" dirty="0"/>
              <a:t> that you see when you first log in. </a:t>
            </a: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D92FE-99D8-C4F7-7017-401C63C49A5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BB258-4AA6-4A92-1F3F-49DE75407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01722" y="5222256"/>
            <a:ext cx="8654143" cy="35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2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EB72-8866-AF13-9243-A79BF7BA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907D-5B43-27DB-0B17-C90E86D6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HireAC – Four Main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25776-69CC-8D3E-65C1-AC3D9B98BA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661235"/>
            <a:ext cx="14225733" cy="5821529"/>
          </a:xfrm>
        </p:spPr>
        <p:txBody>
          <a:bodyPr/>
          <a:lstStyle/>
          <a:p>
            <a:r>
              <a:rPr lang="en-US" sz="2700" b="1" dirty="0"/>
              <a:t>Career &amp; Employment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Browse current full-time, part-time, co-op, and summer job openings across different industries, and set up alerts to stay updated about new opportunities related to your field.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Access on-campus CSEP (College Student Employment Program) positions that are part of Algonquin’s Work Study Program.</a:t>
            </a:r>
          </a:p>
          <a:p>
            <a:r>
              <a:rPr lang="en-US" sz="2700" b="1" dirty="0"/>
              <a:t>Cooperative Education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This module is available to all eligible Co-op students. This is the module that you will be using during the Co-op Job Search term to view and apply to Co-op jobs for your program of study, upload your documents, schedule interviews.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If you secure a Co-op job, you will also continue to use this module during the work-term to manage your Co-op work term assignments that are submitted through HireAC. </a:t>
            </a: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29A63-BA0E-72B3-93D9-971F084E1A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74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4C98-1DC5-2F4D-B1F1-4B6A5336F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13A63-16E5-7007-C8E2-FFA89841A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HireAC – Four Main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DA810-CAD2-2E11-3C7F-0BE2D465B1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950870"/>
            <a:ext cx="14225733" cy="5821529"/>
          </a:xfrm>
        </p:spPr>
        <p:txBody>
          <a:bodyPr/>
          <a:lstStyle/>
          <a:p>
            <a:r>
              <a:rPr lang="en-US" sz="2800" b="1" dirty="0"/>
              <a:t>Events and Workshops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and register for the upcoming job fairs, employer information sessions, networking events, and career workshops.</a:t>
            </a:r>
          </a:p>
          <a:p>
            <a:r>
              <a:rPr lang="en-US" sz="2800" b="1" dirty="0"/>
              <a:t>Co-Curricular record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module is used to track, record, customize and print a copy of your Co-Curricular Record that includes volunteer activities on and off campus.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B2462-EBF8-02F1-D3C4-268C8E2D739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1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3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3306</TotalTime>
  <Words>424</Words>
  <Application>Microsoft Office PowerPoint</Application>
  <PresentationFormat>Custom</PresentationFormat>
  <Paragraphs>50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HireAC</vt:lpstr>
      <vt:lpstr>HireAC Guide Sections</vt:lpstr>
      <vt:lpstr>1. Getting Started with HireAC</vt:lpstr>
      <vt:lpstr>How to use HireAC</vt:lpstr>
      <vt:lpstr>HireAC Introduction </vt:lpstr>
      <vt:lpstr>HireAC – Four Main Modules</vt:lpstr>
      <vt:lpstr>HireAC – Four Main Modules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230</cp:revision>
  <dcterms:created xsi:type="dcterms:W3CDTF">2016-12-21T16:02:28Z</dcterms:created>
  <dcterms:modified xsi:type="dcterms:W3CDTF">2025-08-25T16:01:30Z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